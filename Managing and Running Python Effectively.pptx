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sldIdLst>
    <p:sldId id="325" r:id="rId2"/>
    <p:sldId id="334" r:id="rId3"/>
    <p:sldId id="361" r:id="rId4"/>
    <p:sldId id="362" r:id="rId5"/>
    <p:sldId id="359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8022F0-CCAF-4991-B45A-4E19B6C4AE32}" v="2" dt="2026-10-09T09:33:44.950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52" autoAdjust="0"/>
    <p:restoredTop sz="71436" autoAdjust="0"/>
  </p:normalViewPr>
  <p:slideViewPr>
    <p:cSldViewPr snapToGrid="0" showGuides="1">
      <p:cViewPr varScale="1">
        <p:scale>
          <a:sx n="53" d="100"/>
          <a:sy n="53" d="100"/>
        </p:scale>
        <p:origin x="404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13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1" d="100"/>
          <a:sy n="111" d="100"/>
        </p:scale>
        <p:origin x="1312" y="8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oling, Chris" userId="6dcf99c9-2ba5-410a-8445-0893a3d1421f" providerId="ADAL" clId="{0564427D-CD1D-4B33-9C97-2A8069F97102}"/>
    <pc:docChg chg="undo custSel addSld delSld modSld sldOrd">
      <pc:chgData name="Cooling, Chris" userId="6dcf99c9-2ba5-410a-8445-0893a3d1421f" providerId="ADAL" clId="{0564427D-CD1D-4B33-9C97-2A8069F97102}" dt="2026-10-09T09:34:37.833" v="700" actId="14100"/>
      <pc:docMkLst>
        <pc:docMk/>
      </pc:docMkLst>
      <pc:sldChg chg="addSp delSp modSp mod">
        <pc:chgData name="Cooling, Chris" userId="6dcf99c9-2ba5-410a-8445-0893a3d1421f" providerId="ADAL" clId="{0564427D-CD1D-4B33-9C97-2A8069F97102}" dt="2026-10-09T09:34:37.833" v="700" actId="14100"/>
        <pc:sldMkLst>
          <pc:docMk/>
          <pc:sldMk cId="1507190070" sldId="359"/>
        </pc:sldMkLst>
        <pc:spChg chg="mod">
          <ac:chgData name="Cooling, Chris" userId="6dcf99c9-2ba5-410a-8445-0893a3d1421f" providerId="ADAL" clId="{0564427D-CD1D-4B33-9C97-2A8069F97102}" dt="2026-10-09T09:33:52.197" v="695" actId="255"/>
          <ac:spMkLst>
            <pc:docMk/>
            <pc:sldMk cId="1507190070" sldId="359"/>
            <ac:spMk id="6" creationId="{F67B57BE-29B8-B7BA-15CB-930F83F6EB26}"/>
          </ac:spMkLst>
        </pc:spChg>
        <pc:picChg chg="add mod">
          <ac:chgData name="Cooling, Chris" userId="6dcf99c9-2ba5-410a-8445-0893a3d1421f" providerId="ADAL" clId="{0564427D-CD1D-4B33-9C97-2A8069F97102}" dt="2026-10-09T09:34:37.833" v="700" actId="14100"/>
          <ac:picMkLst>
            <pc:docMk/>
            <pc:sldMk cId="1507190070" sldId="359"/>
            <ac:picMk id="5" creationId="{47511C79-F718-90B2-482D-B9C30B936130}"/>
          </ac:picMkLst>
        </pc:picChg>
        <pc:picChg chg="del">
          <ac:chgData name="Cooling, Chris" userId="6dcf99c9-2ba5-410a-8445-0893a3d1421f" providerId="ADAL" clId="{0564427D-CD1D-4B33-9C97-2A8069F97102}" dt="2026-10-09T09:33:56.761" v="696" actId="478"/>
          <ac:picMkLst>
            <pc:docMk/>
            <pc:sldMk cId="1507190070" sldId="359"/>
            <ac:picMk id="10" creationId="{AFE56A18-58B5-6525-CCEB-0BFC88D3422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0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women looking at a computer&#10;&#10;Description automatically generated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5953376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9035571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9689454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464863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33CFB-924C-487D-AE6C-F81279D83EA2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rgbClr val="232333"/>
                </a:solidFill>
              </a:defRPr>
            </a:lvl1pPr>
            <a:lvl2pPr>
              <a:defRPr>
                <a:solidFill>
                  <a:srgbClr val="232333"/>
                </a:solidFill>
              </a:defRPr>
            </a:lvl2pPr>
            <a:lvl3pPr>
              <a:buClr>
                <a:srgbClr val="00FF7F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00FF7F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00FF7F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2EF4-9550-4286-8C2F-D49A9A76E881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Clr>
                <a:srgbClr val="00FF7F"/>
              </a:buClr>
              <a:defRPr>
                <a:solidFill>
                  <a:srgbClr val="232333"/>
                </a:solidFill>
              </a:defRPr>
            </a:lvl1pPr>
            <a:lvl2pPr>
              <a:buClr>
                <a:srgbClr val="00FF7F"/>
              </a:buClr>
              <a:defRPr>
                <a:solidFill>
                  <a:srgbClr val="232333"/>
                </a:solidFill>
              </a:defRPr>
            </a:lvl2pPr>
            <a:lvl3pPr>
              <a:buClr>
                <a:srgbClr val="00FF7F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00FF7F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00FF7F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2202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98FB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77BD5-B19C-4C78-8A76-FC75812C6D12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Clr>
                <a:srgbClr val="232333"/>
              </a:buClr>
              <a:defRPr>
                <a:solidFill>
                  <a:srgbClr val="232333"/>
                </a:solidFill>
              </a:defRPr>
            </a:lvl1pPr>
            <a:lvl2pPr>
              <a:buClr>
                <a:srgbClr val="232333"/>
              </a:buClr>
              <a:defRPr>
                <a:solidFill>
                  <a:srgbClr val="232333"/>
                </a:solidFill>
              </a:defRPr>
            </a:lvl2pPr>
            <a:lvl3pPr>
              <a:buClr>
                <a:srgbClr val="232333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232333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232333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320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5C80E1-0151-4332-A139-266FE14E3417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56526-9870-44E3-9BF4-D7E9F048CE19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5DC3-E7CE-491C-B0F8-9FB0C1A9D971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184638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6400"/>
              </a:buClr>
              <a:defRPr/>
            </a:lvl3pPr>
            <a:lvl4pPr>
              <a:buClr>
                <a:srgbClr val="006400"/>
              </a:buClr>
              <a:defRPr/>
            </a:lvl4pPr>
            <a:lvl5pPr>
              <a:buClr>
                <a:srgbClr val="006400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2C797-3D51-4532-86C6-808DD4FA685E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852610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69686-0FBF-4501-81F5-40C710430EB0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3393-4ECE-48F4-84E5-60E541CE8671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2019597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6400"/>
              </a:buClr>
              <a:defRPr/>
            </a:lvl3pPr>
            <a:lvl4pPr>
              <a:buClr>
                <a:srgbClr val="006400"/>
              </a:buClr>
              <a:defRPr/>
            </a:lvl4pPr>
            <a:lvl5pPr>
              <a:buClr>
                <a:srgbClr val="006400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9201-7190-4B7A-8C0C-58AEE0DC7430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074776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3FC2-6830-4AE1-A246-5A56A4647077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11495-6DAD-496D-8110-FBBD835BD3A9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86636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43B13-6A48-423F-B4AB-E1AF9D3CF21B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2480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3211-21A1-4A01-BFDD-83E69FB2A09E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54F66-C1A0-4CAE-8B60-BA02AB871479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609803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4E9C-946A-434F-8C97-5DAB74C4AB63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6400"/>
              </a:buClr>
              <a:defRPr sz="1800"/>
            </a:lvl3pPr>
            <a:lvl4pPr rtl="0">
              <a:buClr>
                <a:srgbClr val="006400"/>
              </a:buClr>
              <a:defRPr sz="1800"/>
            </a:lvl4pPr>
            <a:lvl5pPr rtl="0">
              <a:buClr>
                <a:srgbClr val="006400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chemeClr val="accent6"/>
              </a:buClr>
              <a:defRPr sz="1800"/>
            </a:lvl3pPr>
            <a:lvl4pPr rtl="0">
              <a:buClr>
                <a:schemeClr val="accent6"/>
              </a:buClr>
              <a:defRPr sz="1800"/>
            </a:lvl4pPr>
            <a:lvl5pPr rtl="0"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chemeClr val="accent6"/>
              </a:buClr>
              <a:defRPr sz="1800"/>
            </a:lvl3pPr>
            <a:lvl4pPr rtl="0">
              <a:buClr>
                <a:schemeClr val="accent6"/>
              </a:buClr>
              <a:defRPr sz="1800"/>
            </a:lvl4pPr>
            <a:lvl5pPr rtl="0"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2315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46D22-C71B-464B-B075-EE6B5090E8AB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E91A2-C31B-4762-B78F-5DF8A7B35BC5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539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7688D-A8DB-4F29-8933-5197E215CAB4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01924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rgbClr val="98FB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68DD26D-53E9-4B0A-82DD-E320CE5DB387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C05D2C-BD15-49D3-9CFD-524456171BC3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8807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253D521-DAE9-4273-B02B-517ADBE95ADE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 descr="A black and white image of two people&#10;&#10;Description automatically generated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AB5826-BEE2-45C6-9764-C15A939A56F1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1736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6D4065F-3461-422F-ADF2-C5E46AB7660A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7928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A51B3F2-99CF-4B38-92A9-D778481859B9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4246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337D3B9-C701-4DDA-9E3B-9063CFCE1FE3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95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0669BC-1E6C-456F-9CA0-8C943D622990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40264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6866C-8E19-471A-9A6F-4C602756F1BE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0FE4-FE19-4D27-B8DB-8640016E371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20639597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8F83-EE5B-4025-9D10-F448FDC50D0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773322227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E635D-757E-46F7-95E1-EAB1541A0A2C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AFD94-ADD6-4AE6-B350-670FB6E913B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8750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69060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F9FF-0E64-435C-949E-AD1A43BD3775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6118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CB022-060A-4526-8B10-446AE09B5D04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928214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4966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19B55-A832-449A-80EA-F39FE39FAC92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84684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62411-75DB-4901-9DEA-DFA44055B622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5415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18053-350F-43F2-8587-0DFE4F77979D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AD178-8353-4240-A873-6C4203DAD423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640183430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CE987-E859-4E8A-A836-1BA2C4CFA032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74509294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3A7F3-6028-4606-8533-AC5952F11625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3FF68-F82B-417B-ACC9-A2050BEBACED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40842164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60619-BA02-4EED-AD43-EBD4CD5AF3CA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6400"/>
              </a:buClr>
              <a:defRPr sz="1800"/>
            </a:lvl3pPr>
            <a:lvl4pPr>
              <a:buClr>
                <a:srgbClr val="006400"/>
              </a:buClr>
              <a:defRPr sz="1800"/>
            </a:lvl4pPr>
            <a:lvl5pPr>
              <a:buClr>
                <a:srgbClr val="006400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782778189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90DEC-A2EA-46FF-85E5-B66ECBC25D96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54488-E073-4628-8790-5E7014105AD0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1599155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BD372-E042-4E6A-96E2-6865830247CB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85968501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een and black logo&#10;&#10;Description automatically generated">
            <a:extLst>
              <a:ext uri="{FF2B5EF4-FFF2-40B4-BE49-F238E27FC236}">
                <a16:creationId xmlns:a16="http://schemas.microsoft.com/office/drawing/2014/main" id="{98DBF964-2C27-A4D1-7AEE-2AE56263D6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70" y="327819"/>
            <a:ext cx="11536293" cy="221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9DDF72-DF0B-FA74-2E07-D490692B3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188" y="327819"/>
            <a:ext cx="3964683" cy="109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rgbClr val="232333"/>
                </a:solidFill>
              </a:defRPr>
            </a:lvl1pPr>
          </a:lstStyle>
          <a:p>
            <a:fld id="{A8EE03A6-590E-402F-8243-84D04E2AE911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rgbClr val="232333"/>
                </a:solidFill>
              </a:defRPr>
            </a:lvl1pPr>
          </a:lstStyle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rgbClr val="232333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rgbClr val="232333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715" r:id="rId2"/>
    <p:sldLayoutId id="2147483716" r:id="rId3"/>
    <p:sldLayoutId id="2147483717" r:id="rId4"/>
    <p:sldLayoutId id="2147483718" r:id="rId5"/>
    <p:sldLayoutId id="2147483658" r:id="rId6"/>
    <p:sldLayoutId id="2147483681" r:id="rId7"/>
    <p:sldLayoutId id="2147483682" r:id="rId8"/>
    <p:sldLayoutId id="2147483675" r:id="rId9"/>
    <p:sldLayoutId id="2147483650" r:id="rId10"/>
    <p:sldLayoutId id="2147483683" r:id="rId11"/>
    <p:sldLayoutId id="2147483684" r:id="rId12"/>
    <p:sldLayoutId id="2147483652" r:id="rId13"/>
    <p:sldLayoutId id="2147483685" r:id="rId14"/>
    <p:sldLayoutId id="2147483686" r:id="rId15"/>
    <p:sldLayoutId id="2147483659" r:id="rId16"/>
    <p:sldLayoutId id="2147483687" r:id="rId17"/>
    <p:sldLayoutId id="2147483688" r:id="rId18"/>
    <p:sldLayoutId id="2147483660" r:id="rId19"/>
    <p:sldLayoutId id="2147483689" r:id="rId20"/>
    <p:sldLayoutId id="2147483690" r:id="rId21"/>
    <p:sldLayoutId id="2147483677" r:id="rId22"/>
    <p:sldLayoutId id="2147483691" r:id="rId23"/>
    <p:sldLayoutId id="2147483692" r:id="rId24"/>
    <p:sldLayoutId id="2147483676" r:id="rId25"/>
    <p:sldLayoutId id="2147483721" r:id="rId26"/>
    <p:sldLayoutId id="2147483666" r:id="rId27"/>
    <p:sldLayoutId id="2147483719" r:id="rId28"/>
    <p:sldLayoutId id="2147483720" r:id="rId29"/>
    <p:sldLayoutId id="2147483722" r:id="rId30"/>
    <p:sldLayoutId id="2147483723" r:id="rId31"/>
    <p:sldLayoutId id="2147483724" r:id="rId32"/>
    <p:sldLayoutId id="2147483661" r:id="rId33"/>
    <p:sldLayoutId id="2147483695" r:id="rId34"/>
    <p:sldLayoutId id="2147483696" r:id="rId35"/>
    <p:sldLayoutId id="2147483669" r:id="rId36"/>
    <p:sldLayoutId id="2147483697" r:id="rId37"/>
    <p:sldLayoutId id="2147483698" r:id="rId38"/>
    <p:sldLayoutId id="2147483678" r:id="rId39"/>
    <p:sldLayoutId id="2147483699" r:id="rId40"/>
    <p:sldLayoutId id="2147483700" r:id="rId41"/>
    <p:sldLayoutId id="2147483662" r:id="rId42"/>
    <p:sldLayoutId id="2147483701" r:id="rId43"/>
    <p:sldLayoutId id="2147483702" r:id="rId44"/>
    <p:sldLayoutId id="2147483663" r:id="rId45"/>
    <p:sldLayoutId id="2147483703" r:id="rId46"/>
    <p:sldLayoutId id="2147483704" r:id="rId47"/>
    <p:sldLayoutId id="2147483664" r:id="rId48"/>
    <p:sldLayoutId id="2147483705" r:id="rId49"/>
    <p:sldLayoutId id="2147483706" r:id="rId50"/>
    <p:sldLayoutId id="2147483665" r:id="rId51"/>
    <p:sldLayoutId id="2147483670" r:id="rId52"/>
    <p:sldLayoutId id="2147483673" r:id="rId5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rgbClr val="006400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06" userDrawn="1">
          <p15:clr>
            <a:srgbClr val="F26B43"/>
          </p15:clr>
        </p15:guide>
        <p15:guide id="4" pos="7475" userDrawn="1">
          <p15:clr>
            <a:srgbClr val="F26B43"/>
          </p15:clr>
        </p15:guide>
        <p15:guide id="5" orient="horz" pos="207" userDrawn="1">
          <p15:clr>
            <a:srgbClr val="F26B43"/>
          </p15:clr>
        </p15:guide>
        <p15:guide id="6" orient="horz" pos="4114" userDrawn="1">
          <p15:clr>
            <a:srgbClr val="F26B43"/>
          </p15:clr>
        </p15:guide>
        <p15:guide id="7" orient="horz" pos="3944" userDrawn="1">
          <p15:clr>
            <a:srgbClr val="F26B43"/>
          </p15:clr>
        </p15:guide>
        <p15:guide id="8" orient="horz" pos="879" userDrawn="1">
          <p15:clr>
            <a:srgbClr val="F26B43"/>
          </p15:clr>
        </p15:guide>
        <p15:guide id="9" pos="3723" userDrawn="1">
          <p15:clr>
            <a:srgbClr val="F26B43"/>
          </p15:clr>
        </p15:guide>
        <p15:guide id="10" pos="39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mperialCollegeLondon/RCDS-managing-and-running-python-effectively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cri.short.gy/feedback-py-manag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3C0BA-CA37-DEB8-790F-7E3E6CE2E9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Managing and Running Python Effectively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563428-ABDB-D4AE-2088-152ADB16C2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Chris Cooling</a:t>
            </a:r>
          </a:p>
          <a:p>
            <a:r>
              <a:rPr lang="en-GB" dirty="0"/>
              <a:t>Senior Teaching Fellow</a:t>
            </a:r>
          </a:p>
          <a:p>
            <a:r>
              <a:rPr lang="en-GB" dirty="0"/>
              <a:t>ECRI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32022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GB" sz="2800" dirty="0"/>
              <a:t>Important Information on Marking your Attendance on Inkpath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7" y="1773239"/>
            <a:ext cx="11541125" cy="3608230"/>
          </a:xfrm>
        </p:spPr>
        <p:txBody>
          <a:bodyPr/>
          <a:lstStyle/>
          <a:p>
            <a:r>
              <a:rPr lang="en-GB" sz="3200" dirty="0"/>
              <a:t>I will show you a QR code at the end of the session allowing you to mark your attendance on Inkpath. Please do not mark your attendance until then.</a:t>
            </a:r>
            <a:br>
              <a:rPr lang="en-GB" sz="3200" dirty="0"/>
            </a:br>
            <a:b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If you are a Postgraduate Research student, this is required for receiving your ECRI professional development credit for this course.</a:t>
            </a:r>
            <a:endParaRPr lang="en-GB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03CDD438-17AF-4711-9197-AAD3CB5FF7AD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1869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394619"/>
            <a:ext cx="11541125" cy="4866481"/>
          </a:xfrm>
        </p:spPr>
        <p:txBody>
          <a:bodyPr/>
          <a:lstStyle/>
          <a:p>
            <a:pPr marL="571500" lvl="0" indent="-5715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Describe</a:t>
            </a:r>
            <a:r>
              <a:rPr lang="en-GB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the terms “installation”, “environment”, “packages” and “kernel”</a:t>
            </a:r>
          </a:p>
          <a:p>
            <a:pPr marL="571500" lvl="0" indent="-5715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Manage</a:t>
            </a:r>
            <a:r>
              <a:rPr lang="en-GB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Python installations and environments</a:t>
            </a:r>
          </a:p>
          <a:p>
            <a:pPr marL="571500" lvl="0" indent="-5715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Utilise</a:t>
            </a:r>
            <a:r>
              <a:rPr lang="en-GB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Jupyter Notebooks and IDEs to create and run Python code</a:t>
            </a:r>
          </a:p>
          <a:p>
            <a:pPr marL="571500" lvl="0" indent="-5715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</a:t>
            </a:r>
            <a:r>
              <a:rPr lang="en-GB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basic Python programs which use command line options</a:t>
            </a: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1FC8AFE5-B5B8-44C3-88EE-9DCF7FE84B48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750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DB5FE-849F-D3D1-B054-8039E477F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BE82-AB71-3AA4-83A3-73C55475F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US" dirty="0"/>
              <a:t>Course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AFB3C-82F9-406A-130E-08A88D78B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394619"/>
            <a:ext cx="11541125" cy="4866481"/>
          </a:xfrm>
        </p:spPr>
        <p:txBody>
          <a:bodyPr/>
          <a:lstStyle/>
          <a:p>
            <a:pPr lvl="0">
              <a:lnSpc>
                <a:spcPct val="107000"/>
              </a:lnSpc>
            </a:pP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Course materials can be found online 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here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. It is advised you follow the instructions to open them in a GitHub </a:t>
            </a:r>
            <a:r>
              <a:rPr lang="en-GB" sz="3600" dirty="0" err="1">
                <a:latin typeface="Arial" panose="020B0604020202020204" pitchFamily="34" charset="0"/>
                <a:cs typeface="Arial" panose="020B0604020202020204" pitchFamily="34" charset="0"/>
              </a:rPr>
              <a:t>Codespace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5015D-8B99-3C7E-EFF0-A41447A139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1FC8AFE5-B5B8-44C3-88EE-9DCF7FE84B48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6E4F1-BAA0-A4CB-BC13-2EADFC1F1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C0BFB-E1E5-6028-DA52-D3301F069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17328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9A737-0B87-8D06-30BC-159A01E55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E690-3DB5-C8AC-A9B4-2E152B27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Please take 3 minutes to complete the evaluation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4DF49-9A4D-5154-542F-802801365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9B1A-B6F2-42EB-8E1B-5799D3EC8AC9}" type="datetime1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811AD-8D42-0DE4-1E96-E0C6A5A1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Managing and Running Python Effectively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DDFA7-DE3D-8D77-CFD3-B19A6CF5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7DBC8-6B4B-6860-9339-77D08AD9E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B57BE-29B8-B7BA-15CB-930F83F6EB2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68248" y="1509025"/>
            <a:ext cx="5489924" cy="41422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Once you’ve completed this course, please provide feedback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The link is </a:t>
            </a:r>
            <a:r>
              <a:rPr lang="en-GB" sz="2800" dirty="0">
                <a:hlinkClick r:id="rId3"/>
              </a:rPr>
              <a:t>https://ecri.short.gy/feedback-py-manage</a:t>
            </a:r>
            <a:r>
              <a:rPr lang="en-GB" sz="2800" dirty="0"/>
              <a:t> 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You should also have received an email with this link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This helps us improve the class for future students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11C79-F718-90B2-482D-B9C30B936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51" y="996616"/>
            <a:ext cx="5015962" cy="501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9007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92A0-DAFD-2CE4-F5BD-315A0135C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500" y="3338513"/>
            <a:ext cx="9144000" cy="1828800"/>
          </a:xfrm>
        </p:spPr>
        <p:txBody>
          <a:bodyPr/>
          <a:lstStyle/>
          <a:p>
            <a:r>
              <a:rPr lang="en-US" dirty="0">
                <a:solidFill>
                  <a:srgbClr val="98FB98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972F5-B010-8428-D0AA-F619C83E71D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0200" y="5878513"/>
            <a:ext cx="5606257" cy="652463"/>
          </a:xfrm>
        </p:spPr>
        <p:txBody>
          <a:bodyPr/>
          <a:lstStyle/>
          <a:p>
            <a:r>
              <a:rPr lang="en-US" dirty="0"/>
              <a:t>Presentation Title</a:t>
            </a:r>
          </a:p>
          <a:p>
            <a:r>
              <a:rPr lang="en-US" dirty="0"/>
              <a:t>DD/MM/YYYY</a:t>
            </a:r>
          </a:p>
        </p:txBody>
      </p:sp>
    </p:spTree>
    <p:extLst>
      <p:ext uri="{BB962C8B-B14F-4D97-AF65-F5344CB8AC3E}">
        <p14:creationId xmlns:p14="http://schemas.microsoft.com/office/powerpoint/2010/main" val="22874516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Arial_ICL_PowerPoint 16_9 template.potx" id="{0A6366DA-4143-4819-954D-649CAC6891CC}" vid="{00E466E9-FA83-448D-94BE-48FEA435C0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ICL PPT Theme</Template>
  <TotalTime>3930</TotalTime>
  <Words>230</Words>
  <Application>Microsoft Office PowerPoint</Application>
  <PresentationFormat>Widescreen</PresentationFormat>
  <Paragraphs>45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Times New Roman</vt:lpstr>
      <vt:lpstr>Arial</vt:lpstr>
      <vt:lpstr>ICL PPT Theme</vt:lpstr>
      <vt:lpstr>Managing and Running Python Effectively</vt:lpstr>
      <vt:lpstr>Important Information on Marking your Attendance on Inkpath</vt:lpstr>
      <vt:lpstr>Learning Outcomes</vt:lpstr>
      <vt:lpstr>Course Materials</vt:lpstr>
      <vt:lpstr>Please take 3 minutes to complete the evaluation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 xxxxx</dc:title>
  <dc:creator>Carly Murphy-Merrydew</dc:creator>
  <cp:lastModifiedBy>Cooling, Chris</cp:lastModifiedBy>
  <cp:revision>17</cp:revision>
  <dcterms:created xsi:type="dcterms:W3CDTF">2024-09-12T08:44:53Z</dcterms:created>
  <dcterms:modified xsi:type="dcterms:W3CDTF">2026-10-09T09:34:39Z</dcterms:modified>
</cp:coreProperties>
</file>