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8"/>
  </p:notesMasterIdLst>
  <p:sldIdLst>
    <p:sldId id="325" r:id="rId2"/>
    <p:sldId id="334" r:id="rId3"/>
    <p:sldId id="361" r:id="rId4"/>
    <p:sldId id="362" r:id="rId5"/>
    <p:sldId id="359" r:id="rId6"/>
    <p:sldId id="279" r:id="rId7"/>
  </p:sldIdLst>
  <p:sldSz cx="12192000" cy="6858000"/>
  <p:notesSz cx="6858000" cy="9144000"/>
  <p:defaultTextStyle>
    <a:defPPr>
      <a:defRPr lang="en-US"/>
    </a:defPPr>
    <a:lvl1pPr marL="0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77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53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30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06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883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060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236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413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BF7DC"/>
    <a:srgbClr val="F8F3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BE8A5DC-E4D8-4FAB-8659-CAE09A8B9936}" v="6" dt="2026-08-26T15:00:49.071"/>
  </p1510:revLst>
</p1510:revInfo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152" autoAdjust="0"/>
    <p:restoredTop sz="71436" autoAdjust="0"/>
  </p:normalViewPr>
  <p:slideViewPr>
    <p:cSldViewPr snapToGrid="0" showGuides="1">
      <p:cViewPr varScale="1">
        <p:scale>
          <a:sx n="53" d="100"/>
          <a:sy n="53" d="100"/>
        </p:scale>
        <p:origin x="1324" y="3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41396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111" d="100"/>
          <a:sy n="111" d="100"/>
        </p:scale>
        <p:origin x="1312" y="8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ooling, Chris" userId="6dcf99c9-2ba5-410a-8445-0893a3d1421f" providerId="ADAL" clId="{0564427D-CD1D-4B33-9C97-2A8069F97102}"/>
    <pc:docChg chg="undo custSel addSld delSld modSld sldOrd">
      <pc:chgData name="Cooling, Chris" userId="6dcf99c9-2ba5-410a-8445-0893a3d1421f" providerId="ADAL" clId="{0564427D-CD1D-4B33-9C97-2A8069F97102}" dt="2026-08-26T15:00:35.021" v="691" actId="20577"/>
      <pc:docMkLst>
        <pc:docMk/>
      </pc:docMkLst>
      <pc:sldChg chg="del">
        <pc:chgData name="Cooling, Chris" userId="6dcf99c9-2ba5-410a-8445-0893a3d1421f" providerId="ADAL" clId="{0564427D-CD1D-4B33-9C97-2A8069F97102}" dt="2026-08-26T14:59:53.323" v="546" actId="47"/>
        <pc:sldMkLst>
          <pc:docMk/>
          <pc:sldMk cId="3685198326" sldId="332"/>
        </pc:sldMkLst>
      </pc:sldChg>
      <pc:sldChg chg="new del">
        <pc:chgData name="Cooling, Chris" userId="6dcf99c9-2ba5-410a-8445-0893a3d1421f" providerId="ADAL" clId="{0564427D-CD1D-4B33-9C97-2A8069F97102}" dt="2026-08-26T15:00:00.670" v="548" actId="2696"/>
        <pc:sldMkLst>
          <pc:docMk/>
          <pc:sldMk cId="1300763686" sldId="362"/>
        </pc:sldMkLst>
      </pc:sldChg>
      <pc:sldChg chg="modSp add mod">
        <pc:chgData name="Cooling, Chris" userId="6dcf99c9-2ba5-410a-8445-0893a3d1421f" providerId="ADAL" clId="{0564427D-CD1D-4B33-9C97-2A8069F97102}" dt="2026-08-26T15:00:35.021" v="691" actId="20577"/>
        <pc:sldMkLst>
          <pc:docMk/>
          <pc:sldMk cId="2133173284" sldId="362"/>
        </pc:sldMkLst>
        <pc:spChg chg="mod">
          <ac:chgData name="Cooling, Chris" userId="6dcf99c9-2ba5-410a-8445-0893a3d1421f" providerId="ADAL" clId="{0564427D-CD1D-4B33-9C97-2A8069F97102}" dt="2026-08-26T15:00:08.270" v="565" actId="20577"/>
          <ac:spMkLst>
            <pc:docMk/>
            <pc:sldMk cId="2133173284" sldId="362"/>
            <ac:spMk id="2" creationId="{DD28BE82-AB71-3AA4-83A3-73C55475FA68}"/>
          </ac:spMkLst>
        </pc:spChg>
        <pc:spChg chg="mod">
          <ac:chgData name="Cooling, Chris" userId="6dcf99c9-2ba5-410a-8445-0893a3d1421f" providerId="ADAL" clId="{0564427D-CD1D-4B33-9C97-2A8069F97102}" dt="2026-08-26T15:00:35.021" v="691" actId="20577"/>
          <ac:spMkLst>
            <pc:docMk/>
            <pc:sldMk cId="2133173284" sldId="362"/>
            <ac:spMk id="3" creationId="{32DAFB3C-82F9-406A-130E-08A88D78BE17}"/>
          </ac:spMkLst>
        </pc:spChg>
      </pc:sldChg>
      <pc:sldChg chg="modSp del mod modNotesTx">
        <pc:chgData name="Cooling, Chris" userId="6dcf99c9-2ba5-410a-8445-0893a3d1421f" providerId="ADAL" clId="{0564427D-CD1D-4B33-9C97-2A8069F97102}" dt="2026-08-26T14:59:53.323" v="546" actId="47"/>
        <pc:sldMkLst>
          <pc:docMk/>
          <pc:sldMk cId="2358774407" sldId="409"/>
        </pc:sldMkLst>
        <pc:spChg chg="mod">
          <ac:chgData name="Cooling, Chris" userId="6dcf99c9-2ba5-410a-8445-0893a3d1421f" providerId="ADAL" clId="{0564427D-CD1D-4B33-9C97-2A8069F97102}" dt="2026-08-26T08:47:19.495" v="306" actId="20577"/>
          <ac:spMkLst>
            <pc:docMk/>
            <pc:sldMk cId="2358774407" sldId="409"/>
            <ac:spMk id="3" creationId="{AE72B19A-BAEF-7DAE-DDC1-54394DA86691}"/>
          </ac:spMkLst>
        </pc:spChg>
      </pc:sldChg>
      <pc:sldChg chg="modSp del mod modNotesTx">
        <pc:chgData name="Cooling, Chris" userId="6dcf99c9-2ba5-410a-8445-0893a3d1421f" providerId="ADAL" clId="{0564427D-CD1D-4B33-9C97-2A8069F97102}" dt="2026-08-26T14:59:53.323" v="546" actId="47"/>
        <pc:sldMkLst>
          <pc:docMk/>
          <pc:sldMk cId="226661273" sldId="410"/>
        </pc:sldMkLst>
        <pc:spChg chg="mod">
          <ac:chgData name="Cooling, Chris" userId="6dcf99c9-2ba5-410a-8445-0893a3d1421f" providerId="ADAL" clId="{0564427D-CD1D-4B33-9C97-2A8069F97102}" dt="2026-08-26T08:45:09.434" v="124" actId="20577"/>
          <ac:spMkLst>
            <pc:docMk/>
            <pc:sldMk cId="226661273" sldId="410"/>
            <ac:spMk id="3" creationId="{AE72B19A-BAEF-7DAE-DDC1-54394DA86691}"/>
          </ac:spMkLst>
        </pc:spChg>
      </pc:sldChg>
      <pc:sldChg chg="del modNotesTx">
        <pc:chgData name="Cooling, Chris" userId="6dcf99c9-2ba5-410a-8445-0893a3d1421f" providerId="ADAL" clId="{0564427D-CD1D-4B33-9C97-2A8069F97102}" dt="2026-08-26T14:59:53.323" v="546" actId="47"/>
        <pc:sldMkLst>
          <pc:docMk/>
          <pc:sldMk cId="2068907722" sldId="411"/>
        </pc:sldMkLst>
      </pc:sldChg>
      <pc:sldChg chg="del">
        <pc:chgData name="Cooling, Chris" userId="6dcf99c9-2ba5-410a-8445-0893a3d1421f" providerId="ADAL" clId="{0564427D-CD1D-4B33-9C97-2A8069F97102}" dt="2026-08-26T08:39:32.550" v="14" actId="2696"/>
        <pc:sldMkLst>
          <pc:docMk/>
          <pc:sldMk cId="1178621743" sldId="412"/>
        </pc:sldMkLst>
      </pc:sldChg>
      <pc:sldChg chg="del">
        <pc:chgData name="Cooling, Chris" userId="6dcf99c9-2ba5-410a-8445-0893a3d1421f" providerId="ADAL" clId="{0564427D-CD1D-4B33-9C97-2A8069F97102}" dt="2026-08-26T14:59:53.323" v="546" actId="47"/>
        <pc:sldMkLst>
          <pc:docMk/>
          <pc:sldMk cId="2990836368" sldId="413"/>
        </pc:sldMkLst>
      </pc:sldChg>
      <pc:sldChg chg="del ord">
        <pc:chgData name="Cooling, Chris" userId="6dcf99c9-2ba5-410a-8445-0893a3d1421f" providerId="ADAL" clId="{0564427D-CD1D-4B33-9C97-2A8069F97102}" dt="2026-08-26T14:59:53.323" v="546" actId="47"/>
        <pc:sldMkLst>
          <pc:docMk/>
          <pc:sldMk cId="2498874559" sldId="414"/>
        </pc:sldMkLst>
      </pc:sldChg>
      <pc:sldChg chg="del">
        <pc:chgData name="Cooling, Chris" userId="6dcf99c9-2ba5-410a-8445-0893a3d1421f" providerId="ADAL" clId="{0564427D-CD1D-4B33-9C97-2A8069F97102}" dt="2026-08-26T14:59:53.323" v="546" actId="47"/>
        <pc:sldMkLst>
          <pc:docMk/>
          <pc:sldMk cId="1147531970" sldId="415"/>
        </pc:sldMkLst>
      </pc:sldChg>
      <pc:sldChg chg="del">
        <pc:chgData name="Cooling, Chris" userId="6dcf99c9-2ba5-410a-8445-0893a3d1421f" providerId="ADAL" clId="{0564427D-CD1D-4B33-9C97-2A8069F97102}" dt="2026-08-26T14:59:53.323" v="546" actId="47"/>
        <pc:sldMkLst>
          <pc:docMk/>
          <pc:sldMk cId="3088362139" sldId="416"/>
        </pc:sldMkLst>
      </pc:sldChg>
      <pc:sldChg chg="del">
        <pc:chgData name="Cooling, Chris" userId="6dcf99c9-2ba5-410a-8445-0893a3d1421f" providerId="ADAL" clId="{0564427D-CD1D-4B33-9C97-2A8069F97102}" dt="2026-08-26T08:39:23.383" v="13" actId="2696"/>
        <pc:sldMkLst>
          <pc:docMk/>
          <pc:sldMk cId="66260932" sldId="417"/>
        </pc:sldMkLst>
      </pc:sldChg>
      <pc:sldChg chg="modSp del mod modNotesTx">
        <pc:chgData name="Cooling, Chris" userId="6dcf99c9-2ba5-410a-8445-0893a3d1421f" providerId="ADAL" clId="{0564427D-CD1D-4B33-9C97-2A8069F97102}" dt="2026-08-26T14:59:53.323" v="546" actId="47"/>
        <pc:sldMkLst>
          <pc:docMk/>
          <pc:sldMk cId="752139902" sldId="418"/>
        </pc:sldMkLst>
        <pc:spChg chg="mod">
          <ac:chgData name="Cooling, Chris" userId="6dcf99c9-2ba5-410a-8445-0893a3d1421f" providerId="ADAL" clId="{0564427D-CD1D-4B33-9C97-2A8069F97102}" dt="2026-08-26T08:54:07.447" v="394" actId="2711"/>
          <ac:spMkLst>
            <pc:docMk/>
            <pc:sldMk cId="752139902" sldId="418"/>
            <ac:spMk id="3" creationId="{AE72B19A-BAEF-7DAE-DDC1-54394DA86691}"/>
          </ac:spMkLst>
        </pc:spChg>
      </pc:sldChg>
      <pc:sldChg chg="modSp del mod modNotesTx">
        <pc:chgData name="Cooling, Chris" userId="6dcf99c9-2ba5-410a-8445-0893a3d1421f" providerId="ADAL" clId="{0564427D-CD1D-4B33-9C97-2A8069F97102}" dt="2026-08-26T14:59:53.323" v="546" actId="47"/>
        <pc:sldMkLst>
          <pc:docMk/>
          <pc:sldMk cId="3326181046" sldId="419"/>
        </pc:sldMkLst>
        <pc:spChg chg="mod">
          <ac:chgData name="Cooling, Chris" userId="6dcf99c9-2ba5-410a-8445-0893a3d1421f" providerId="ADAL" clId="{0564427D-CD1D-4B33-9C97-2A8069F97102}" dt="2026-08-26T08:54:23.860" v="395" actId="20577"/>
          <ac:spMkLst>
            <pc:docMk/>
            <pc:sldMk cId="3326181046" sldId="419"/>
            <ac:spMk id="3" creationId="{AE72B19A-BAEF-7DAE-DDC1-54394DA86691}"/>
          </ac:spMkLst>
        </pc:spChg>
      </pc:sldChg>
      <pc:sldChg chg="del">
        <pc:chgData name="Cooling, Chris" userId="6dcf99c9-2ba5-410a-8445-0893a3d1421f" providerId="ADAL" clId="{0564427D-CD1D-4B33-9C97-2A8069F97102}" dt="2026-08-26T14:59:53.323" v="546" actId="47"/>
        <pc:sldMkLst>
          <pc:docMk/>
          <pc:sldMk cId="3376151040" sldId="420"/>
        </pc:sldMkLst>
      </pc:sldChg>
      <pc:sldChg chg="del">
        <pc:chgData name="Cooling, Chris" userId="6dcf99c9-2ba5-410a-8445-0893a3d1421f" providerId="ADAL" clId="{0564427D-CD1D-4B33-9C97-2A8069F97102}" dt="2026-08-26T14:59:53.323" v="546" actId="47"/>
        <pc:sldMkLst>
          <pc:docMk/>
          <pc:sldMk cId="2308101793" sldId="421"/>
        </pc:sldMkLst>
      </pc:sldChg>
      <pc:sldChg chg="del">
        <pc:chgData name="Cooling, Chris" userId="6dcf99c9-2ba5-410a-8445-0893a3d1421f" providerId="ADAL" clId="{0564427D-CD1D-4B33-9C97-2A8069F97102}" dt="2026-08-26T08:56:05.253" v="529" actId="2696"/>
        <pc:sldMkLst>
          <pc:docMk/>
          <pc:sldMk cId="3901332093" sldId="422"/>
        </pc:sldMkLst>
      </pc:sldChg>
      <pc:sldChg chg="del ord">
        <pc:chgData name="Cooling, Chris" userId="6dcf99c9-2ba5-410a-8445-0893a3d1421f" providerId="ADAL" clId="{0564427D-CD1D-4B33-9C97-2A8069F97102}" dt="2026-08-26T14:59:53.323" v="546" actId="47"/>
        <pc:sldMkLst>
          <pc:docMk/>
          <pc:sldMk cId="1558813636" sldId="423"/>
        </pc:sldMkLst>
      </pc:sldChg>
      <pc:sldChg chg="del">
        <pc:chgData name="Cooling, Chris" userId="6dcf99c9-2ba5-410a-8445-0893a3d1421f" providerId="ADAL" clId="{0564427D-CD1D-4B33-9C97-2A8069F97102}" dt="2026-08-26T14:59:53.323" v="546" actId="47"/>
        <pc:sldMkLst>
          <pc:docMk/>
          <pc:sldMk cId="2059856429" sldId="424"/>
        </pc:sldMkLst>
      </pc:sldChg>
      <pc:sldChg chg="del">
        <pc:chgData name="Cooling, Chris" userId="6dcf99c9-2ba5-410a-8445-0893a3d1421f" providerId="ADAL" clId="{0564427D-CD1D-4B33-9C97-2A8069F97102}" dt="2026-08-26T14:59:53.323" v="546" actId="47"/>
        <pc:sldMkLst>
          <pc:docMk/>
          <pc:sldMk cId="2356515138" sldId="425"/>
        </pc:sldMkLst>
      </pc:sldChg>
      <pc:sldChg chg="del">
        <pc:chgData name="Cooling, Chris" userId="6dcf99c9-2ba5-410a-8445-0893a3d1421f" providerId="ADAL" clId="{0564427D-CD1D-4B33-9C97-2A8069F97102}" dt="2026-08-26T14:59:53.323" v="546" actId="47"/>
        <pc:sldMkLst>
          <pc:docMk/>
          <pc:sldMk cId="1556729711" sldId="426"/>
        </pc:sldMkLst>
      </pc:sldChg>
      <pc:sldChg chg="del">
        <pc:chgData name="Cooling, Chris" userId="6dcf99c9-2ba5-410a-8445-0893a3d1421f" providerId="ADAL" clId="{0564427D-CD1D-4B33-9C97-2A8069F97102}" dt="2026-08-26T08:57:15.240" v="530" actId="47"/>
        <pc:sldMkLst>
          <pc:docMk/>
          <pc:sldMk cId="2622411131" sldId="427"/>
        </pc:sldMkLst>
      </pc:sldChg>
      <pc:sldChg chg="del">
        <pc:chgData name="Cooling, Chris" userId="6dcf99c9-2ba5-410a-8445-0893a3d1421f" providerId="ADAL" clId="{0564427D-CD1D-4B33-9C97-2A8069F97102}" dt="2026-08-26T08:57:15.240" v="530" actId="47"/>
        <pc:sldMkLst>
          <pc:docMk/>
          <pc:sldMk cId="1669763124" sldId="428"/>
        </pc:sldMkLst>
      </pc:sldChg>
      <pc:sldChg chg="del">
        <pc:chgData name="Cooling, Chris" userId="6dcf99c9-2ba5-410a-8445-0893a3d1421f" providerId="ADAL" clId="{0564427D-CD1D-4B33-9C97-2A8069F97102}" dt="2026-08-26T08:57:21.279" v="531" actId="47"/>
        <pc:sldMkLst>
          <pc:docMk/>
          <pc:sldMk cId="440286946" sldId="429"/>
        </pc:sldMkLst>
      </pc:sldChg>
      <pc:sldChg chg="del ord">
        <pc:chgData name="Cooling, Chris" userId="6dcf99c9-2ba5-410a-8445-0893a3d1421f" providerId="ADAL" clId="{0564427D-CD1D-4B33-9C97-2A8069F97102}" dt="2026-08-26T14:59:53.323" v="546" actId="47"/>
        <pc:sldMkLst>
          <pc:docMk/>
          <pc:sldMk cId="3427201238" sldId="430"/>
        </pc:sldMkLst>
      </pc:sldChg>
      <pc:sldChg chg="del">
        <pc:chgData name="Cooling, Chris" userId="6dcf99c9-2ba5-410a-8445-0893a3d1421f" providerId="ADAL" clId="{0564427D-CD1D-4B33-9C97-2A8069F97102}" dt="2026-08-26T14:59:53.323" v="546" actId="47"/>
        <pc:sldMkLst>
          <pc:docMk/>
          <pc:sldMk cId="3924133401" sldId="431"/>
        </pc:sldMkLst>
      </pc:sldChg>
      <pc:sldChg chg="del">
        <pc:chgData name="Cooling, Chris" userId="6dcf99c9-2ba5-410a-8445-0893a3d1421f" providerId="ADAL" clId="{0564427D-CD1D-4B33-9C97-2A8069F97102}" dt="2026-08-26T14:59:53.323" v="546" actId="47"/>
        <pc:sldMkLst>
          <pc:docMk/>
          <pc:sldMk cId="3530954581" sldId="432"/>
        </pc:sldMkLst>
      </pc:sldChg>
      <pc:sldChg chg="del">
        <pc:chgData name="Cooling, Chris" userId="6dcf99c9-2ba5-410a-8445-0893a3d1421f" providerId="ADAL" clId="{0564427D-CD1D-4B33-9C97-2A8069F97102}" dt="2026-08-26T14:59:53.323" v="546" actId="47"/>
        <pc:sldMkLst>
          <pc:docMk/>
          <pc:sldMk cId="4232310399" sldId="433"/>
        </pc:sldMkLst>
      </pc:sldChg>
      <pc:sldChg chg="del">
        <pc:chgData name="Cooling, Chris" userId="6dcf99c9-2ba5-410a-8445-0893a3d1421f" providerId="ADAL" clId="{0564427D-CD1D-4B33-9C97-2A8069F97102}" dt="2026-08-26T14:59:53.323" v="546" actId="47"/>
        <pc:sldMkLst>
          <pc:docMk/>
          <pc:sldMk cId="3844608033" sldId="434"/>
        </pc:sldMkLst>
      </pc:sldChg>
      <pc:sldChg chg="del">
        <pc:chgData name="Cooling, Chris" userId="6dcf99c9-2ba5-410a-8445-0893a3d1421f" providerId="ADAL" clId="{0564427D-CD1D-4B33-9C97-2A8069F97102}" dt="2026-08-26T14:59:53.323" v="546" actId="47"/>
        <pc:sldMkLst>
          <pc:docMk/>
          <pc:sldMk cId="2504663500" sldId="435"/>
        </pc:sldMkLst>
      </pc:sldChg>
      <pc:sldChg chg="del">
        <pc:chgData name="Cooling, Chris" userId="6dcf99c9-2ba5-410a-8445-0893a3d1421f" providerId="ADAL" clId="{0564427D-CD1D-4B33-9C97-2A8069F97102}" dt="2026-08-26T14:59:53.323" v="546" actId="47"/>
        <pc:sldMkLst>
          <pc:docMk/>
          <pc:sldMk cId="3556050136" sldId="436"/>
        </pc:sldMkLst>
      </pc:sldChg>
      <pc:sldChg chg="del">
        <pc:chgData name="Cooling, Chris" userId="6dcf99c9-2ba5-410a-8445-0893a3d1421f" providerId="ADAL" clId="{0564427D-CD1D-4B33-9C97-2A8069F97102}" dt="2026-08-26T14:59:53.323" v="546" actId="47"/>
        <pc:sldMkLst>
          <pc:docMk/>
          <pc:sldMk cId="47953750" sldId="437"/>
        </pc:sldMkLst>
      </pc:sldChg>
      <pc:sldChg chg="new del">
        <pc:chgData name="Cooling, Chris" userId="6dcf99c9-2ba5-410a-8445-0893a3d1421f" providerId="ADAL" clId="{0564427D-CD1D-4B33-9C97-2A8069F97102}" dt="2026-08-26T10:46:53.090" v="540" actId="47"/>
        <pc:sldMkLst>
          <pc:docMk/>
          <pc:sldMk cId="863481446" sldId="438"/>
        </pc:sldMkLst>
      </pc:sldChg>
      <pc:sldChg chg="new del">
        <pc:chgData name="Cooling, Chris" userId="6dcf99c9-2ba5-410a-8445-0893a3d1421f" providerId="ADAL" clId="{0564427D-CD1D-4B33-9C97-2A8069F97102}" dt="2026-08-26T10:46:54.460" v="541" actId="47"/>
        <pc:sldMkLst>
          <pc:docMk/>
          <pc:sldMk cId="4086724857" sldId="439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E0D2A8-8F95-47C2-ABE1-A779F5A43C98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7663E2-27CE-4C79-91D3-7F5C4262D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05595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77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53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30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06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883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060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236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413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7663E2-27CE-4C79-91D3-7F5C4262D57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6304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7663E2-27CE-4C79-91D3-7F5C4262D57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9103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oup of women looking at a computer&#10;&#10;Description automatically generated">
            <a:extLst>
              <a:ext uri="{FF2B5EF4-FFF2-40B4-BE49-F238E27FC236}">
                <a16:creationId xmlns:a16="http://schemas.microsoft.com/office/drawing/2014/main" id="{7FF8E19E-7C51-2D2C-254E-F363C418DE1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2" name="Title 1">
            <a:extLst>
              <a:ext uri="{FF2B5EF4-FFF2-40B4-BE49-F238E27FC236}">
                <a16:creationId xmlns:a16="http://schemas.microsoft.com/office/drawing/2014/main" id="{802863CF-25C1-DECF-F640-C736ECDB95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0271" y="2417400"/>
            <a:ext cx="5765729" cy="1847942"/>
          </a:xfrm>
        </p:spPr>
        <p:txBody>
          <a:bodyPr anchor="b"/>
          <a:lstStyle>
            <a:lvl1pPr algn="l">
              <a:lnSpc>
                <a:spcPct val="80000"/>
              </a:lnSpc>
              <a:defRPr sz="5000">
                <a:solidFill>
                  <a:srgbClr val="98FB98"/>
                </a:solidFill>
              </a:defRPr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33" name="Subtitle 2">
            <a:extLst>
              <a:ext uri="{FF2B5EF4-FFF2-40B4-BE49-F238E27FC236}">
                <a16:creationId xmlns:a16="http://schemas.microsoft.com/office/drawing/2014/main" id="{623E9086-C2CE-8088-D447-C484543077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0271" y="4448111"/>
            <a:ext cx="5765729" cy="1113560"/>
          </a:xfrm>
        </p:spPr>
        <p:txBody>
          <a:bodyPr/>
          <a:lstStyle>
            <a:lvl1pPr marL="0" indent="0" algn="l">
              <a:buNone/>
              <a:defRPr sz="2500">
                <a:solidFill>
                  <a:srgbClr val="98FB98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433033340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FF8E19E-7C51-2D2C-254E-F363C418DE1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2" name="Title 1">
            <a:extLst>
              <a:ext uri="{FF2B5EF4-FFF2-40B4-BE49-F238E27FC236}">
                <a16:creationId xmlns:a16="http://schemas.microsoft.com/office/drawing/2014/main" id="{802863CF-25C1-DECF-F640-C736ECDB95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0271" y="2417400"/>
            <a:ext cx="5765729" cy="1847942"/>
          </a:xfrm>
        </p:spPr>
        <p:txBody>
          <a:bodyPr anchor="b"/>
          <a:lstStyle>
            <a:lvl1pPr algn="l">
              <a:lnSpc>
                <a:spcPct val="80000"/>
              </a:lnSpc>
              <a:defRPr sz="5000">
                <a:solidFill>
                  <a:srgbClr val="98FB98"/>
                </a:solidFill>
              </a:defRPr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33" name="Subtitle 2">
            <a:extLst>
              <a:ext uri="{FF2B5EF4-FFF2-40B4-BE49-F238E27FC236}">
                <a16:creationId xmlns:a16="http://schemas.microsoft.com/office/drawing/2014/main" id="{623E9086-C2CE-8088-D447-C484543077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0271" y="4448111"/>
            <a:ext cx="5765729" cy="1113560"/>
          </a:xfrm>
        </p:spPr>
        <p:txBody>
          <a:bodyPr/>
          <a:lstStyle>
            <a:lvl1pPr marL="0" indent="0" algn="l">
              <a:buNone/>
              <a:defRPr sz="2500">
                <a:solidFill>
                  <a:srgbClr val="98FB98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459533762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FF8E19E-7C51-2D2C-254E-F363C418DE1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2" name="Title 1">
            <a:extLst>
              <a:ext uri="{FF2B5EF4-FFF2-40B4-BE49-F238E27FC236}">
                <a16:creationId xmlns:a16="http://schemas.microsoft.com/office/drawing/2014/main" id="{802863CF-25C1-DECF-F640-C736ECDB95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0271" y="2417400"/>
            <a:ext cx="5765729" cy="1847942"/>
          </a:xfrm>
        </p:spPr>
        <p:txBody>
          <a:bodyPr anchor="b"/>
          <a:lstStyle>
            <a:lvl1pPr algn="l">
              <a:lnSpc>
                <a:spcPct val="80000"/>
              </a:lnSpc>
              <a:defRPr sz="5000">
                <a:solidFill>
                  <a:srgbClr val="98FB98"/>
                </a:solidFill>
              </a:defRPr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33" name="Subtitle 2">
            <a:extLst>
              <a:ext uri="{FF2B5EF4-FFF2-40B4-BE49-F238E27FC236}">
                <a16:creationId xmlns:a16="http://schemas.microsoft.com/office/drawing/2014/main" id="{623E9086-C2CE-8088-D447-C484543077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0271" y="4448111"/>
            <a:ext cx="5765729" cy="1113560"/>
          </a:xfrm>
        </p:spPr>
        <p:txBody>
          <a:bodyPr/>
          <a:lstStyle>
            <a:lvl1pPr marL="0" indent="0" algn="l">
              <a:buNone/>
              <a:defRPr sz="2500">
                <a:solidFill>
                  <a:srgbClr val="98FB98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490355710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FF8E19E-7C51-2D2C-254E-F363C418DE1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2" name="Title 1">
            <a:extLst>
              <a:ext uri="{FF2B5EF4-FFF2-40B4-BE49-F238E27FC236}">
                <a16:creationId xmlns:a16="http://schemas.microsoft.com/office/drawing/2014/main" id="{802863CF-25C1-DECF-F640-C736ECDB95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0271" y="2417400"/>
            <a:ext cx="5765729" cy="1847942"/>
          </a:xfrm>
        </p:spPr>
        <p:txBody>
          <a:bodyPr anchor="b"/>
          <a:lstStyle>
            <a:lvl1pPr algn="l">
              <a:lnSpc>
                <a:spcPct val="80000"/>
              </a:lnSpc>
              <a:defRPr sz="5000">
                <a:solidFill>
                  <a:srgbClr val="98FB98"/>
                </a:solidFill>
              </a:defRPr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33" name="Subtitle 2">
            <a:extLst>
              <a:ext uri="{FF2B5EF4-FFF2-40B4-BE49-F238E27FC236}">
                <a16:creationId xmlns:a16="http://schemas.microsoft.com/office/drawing/2014/main" id="{623E9086-C2CE-8088-D447-C484543077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0271" y="4448111"/>
            <a:ext cx="5765729" cy="1113560"/>
          </a:xfrm>
        </p:spPr>
        <p:txBody>
          <a:bodyPr/>
          <a:lstStyle>
            <a:lvl1pPr marL="0" indent="0" algn="l">
              <a:buNone/>
              <a:defRPr sz="2500">
                <a:solidFill>
                  <a:srgbClr val="98FB98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196894547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FF8E19E-7C51-2D2C-254E-F363C418DE1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2" name="Title 1">
            <a:extLst>
              <a:ext uri="{FF2B5EF4-FFF2-40B4-BE49-F238E27FC236}">
                <a16:creationId xmlns:a16="http://schemas.microsoft.com/office/drawing/2014/main" id="{802863CF-25C1-DECF-F640-C736ECDB95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0271" y="2417400"/>
            <a:ext cx="5765729" cy="1847942"/>
          </a:xfrm>
        </p:spPr>
        <p:txBody>
          <a:bodyPr anchor="b"/>
          <a:lstStyle>
            <a:lvl1pPr algn="l">
              <a:lnSpc>
                <a:spcPct val="80000"/>
              </a:lnSpc>
              <a:defRPr sz="5000">
                <a:solidFill>
                  <a:srgbClr val="98FB98"/>
                </a:solidFill>
              </a:defRPr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33" name="Subtitle 2">
            <a:extLst>
              <a:ext uri="{FF2B5EF4-FFF2-40B4-BE49-F238E27FC236}">
                <a16:creationId xmlns:a16="http://schemas.microsoft.com/office/drawing/2014/main" id="{623E9086-C2CE-8088-D447-C484543077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0271" y="4448111"/>
            <a:ext cx="5765729" cy="1113560"/>
          </a:xfrm>
        </p:spPr>
        <p:txBody>
          <a:bodyPr/>
          <a:lstStyle>
            <a:lvl1pPr marL="0" indent="0" algn="l">
              <a:buNone/>
              <a:defRPr sz="2500">
                <a:solidFill>
                  <a:srgbClr val="98FB98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784648638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19FE4-6876-B5B6-E975-473C9AD4B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4" y="327819"/>
            <a:ext cx="5163243" cy="3101181"/>
          </a:xfrm>
        </p:spPr>
        <p:txBody>
          <a:bodyPr/>
          <a:lstStyle>
            <a:lvl1pPr>
              <a:defRPr sz="6400">
                <a:solidFill>
                  <a:srgbClr val="232333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9A3DB1-810F-A8E3-C248-4835CAA99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E33CFB-924C-487D-AE6C-F81279D83EA2}" type="datetime1">
              <a:rPr lang="en-GB" smtClean="0"/>
              <a:t>26/08/2026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B777E5-A94F-F8C3-D5F7-C4C35810FF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Managing and Running Python Effectively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089025-7C4D-C600-55FE-4CBA1AECC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F3EA03B-C9D6-61A6-148F-9BF74F07D9B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1" y="327025"/>
            <a:ext cx="5777508" cy="3101977"/>
          </a:xfrm>
        </p:spPr>
        <p:txBody>
          <a:bodyPr/>
          <a:lstStyle>
            <a:lvl1pPr>
              <a:defRPr>
                <a:solidFill>
                  <a:srgbClr val="232333"/>
                </a:solidFill>
              </a:defRPr>
            </a:lvl1pPr>
            <a:lvl2pPr>
              <a:defRPr>
                <a:solidFill>
                  <a:srgbClr val="232333"/>
                </a:solidFill>
              </a:defRPr>
            </a:lvl2pPr>
            <a:lvl3pPr>
              <a:buClr>
                <a:srgbClr val="00FF7F"/>
              </a:buClr>
              <a:defRPr>
                <a:solidFill>
                  <a:srgbClr val="232333"/>
                </a:solidFill>
              </a:defRPr>
            </a:lvl3pPr>
            <a:lvl4pPr>
              <a:buClr>
                <a:srgbClr val="00FF7F"/>
              </a:buClr>
              <a:defRPr>
                <a:solidFill>
                  <a:srgbClr val="232333"/>
                </a:solidFill>
              </a:defRPr>
            </a:lvl4pPr>
            <a:lvl5pPr>
              <a:buClr>
                <a:srgbClr val="00FF7F"/>
              </a:buClr>
              <a:defRPr>
                <a:solidFill>
                  <a:srgbClr val="232333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084810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19FE4-6876-B5B6-E975-473C9AD4B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4" y="327819"/>
            <a:ext cx="5163243" cy="3101181"/>
          </a:xfrm>
        </p:spPr>
        <p:txBody>
          <a:bodyPr/>
          <a:lstStyle>
            <a:lvl1pPr>
              <a:defRPr sz="6400">
                <a:solidFill>
                  <a:srgbClr val="232333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9A3DB1-810F-A8E3-C248-4835CAA99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872EF4-9550-4286-8C2F-D49A9A76E881}" type="datetime1">
              <a:rPr lang="en-GB" smtClean="0"/>
              <a:t>26/08/2026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B777E5-A94F-F8C3-D5F7-C4C35810FF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Managing and Running Python Effectively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089025-7C4D-C600-55FE-4CBA1AECC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F3EA03B-C9D6-61A6-148F-9BF74F07D9B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1" y="327025"/>
            <a:ext cx="5777508" cy="3101977"/>
          </a:xfrm>
        </p:spPr>
        <p:txBody>
          <a:bodyPr/>
          <a:lstStyle>
            <a:lvl1pPr>
              <a:buClr>
                <a:srgbClr val="00FF7F"/>
              </a:buClr>
              <a:defRPr>
                <a:solidFill>
                  <a:srgbClr val="232333"/>
                </a:solidFill>
              </a:defRPr>
            </a:lvl1pPr>
            <a:lvl2pPr>
              <a:buClr>
                <a:srgbClr val="00FF7F"/>
              </a:buClr>
              <a:defRPr>
                <a:solidFill>
                  <a:srgbClr val="232333"/>
                </a:solidFill>
              </a:defRPr>
            </a:lvl2pPr>
            <a:lvl3pPr>
              <a:buClr>
                <a:srgbClr val="00FF7F"/>
              </a:buClr>
              <a:defRPr>
                <a:solidFill>
                  <a:srgbClr val="232333"/>
                </a:solidFill>
              </a:defRPr>
            </a:lvl3pPr>
            <a:lvl4pPr>
              <a:buClr>
                <a:srgbClr val="00FF7F"/>
              </a:buClr>
              <a:defRPr>
                <a:solidFill>
                  <a:srgbClr val="232333"/>
                </a:solidFill>
              </a:defRPr>
            </a:lvl4pPr>
            <a:lvl5pPr>
              <a:buClr>
                <a:srgbClr val="00FF7F"/>
              </a:buClr>
              <a:defRPr>
                <a:solidFill>
                  <a:srgbClr val="232333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1220234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Khaki">
    <p:bg>
      <p:bgPr>
        <a:solidFill>
          <a:srgbClr val="98FB9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19FE4-6876-B5B6-E975-473C9AD4B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4" y="327819"/>
            <a:ext cx="5163243" cy="3101181"/>
          </a:xfrm>
        </p:spPr>
        <p:txBody>
          <a:bodyPr/>
          <a:lstStyle>
            <a:lvl1pPr>
              <a:defRPr sz="6400">
                <a:solidFill>
                  <a:srgbClr val="232333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9A3DB1-810F-A8E3-C248-4835CAA99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077BD5-B19C-4C78-8A76-FC75812C6D12}" type="datetime1">
              <a:rPr lang="en-GB" smtClean="0"/>
              <a:t>26/08/2026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B777E5-A94F-F8C3-D5F7-C4C35810FF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Managing and Running Python Effectively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089025-7C4D-C600-55FE-4CBA1AECC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F3EA03B-C9D6-61A6-148F-9BF74F07D9B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1" y="327025"/>
            <a:ext cx="5777508" cy="3101977"/>
          </a:xfrm>
        </p:spPr>
        <p:txBody>
          <a:bodyPr/>
          <a:lstStyle>
            <a:lvl1pPr>
              <a:buClr>
                <a:srgbClr val="232333"/>
              </a:buClr>
              <a:defRPr>
                <a:solidFill>
                  <a:srgbClr val="232333"/>
                </a:solidFill>
              </a:defRPr>
            </a:lvl1pPr>
            <a:lvl2pPr>
              <a:buClr>
                <a:srgbClr val="232333"/>
              </a:buClr>
              <a:defRPr>
                <a:solidFill>
                  <a:srgbClr val="232333"/>
                </a:solidFill>
              </a:defRPr>
            </a:lvl2pPr>
            <a:lvl3pPr>
              <a:buClr>
                <a:srgbClr val="232333"/>
              </a:buClr>
              <a:defRPr>
                <a:solidFill>
                  <a:srgbClr val="232333"/>
                </a:solidFill>
              </a:defRPr>
            </a:lvl3pPr>
            <a:lvl4pPr>
              <a:buClr>
                <a:srgbClr val="232333"/>
              </a:buClr>
              <a:defRPr>
                <a:solidFill>
                  <a:srgbClr val="232333"/>
                </a:solidFill>
              </a:defRPr>
            </a:lvl4pPr>
            <a:lvl5pPr>
              <a:buClr>
                <a:srgbClr val="232333"/>
              </a:buClr>
              <a:defRPr>
                <a:solidFill>
                  <a:srgbClr val="232333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4832032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Blue">
    <p:bg>
      <p:bgPr>
        <a:solidFill>
          <a:srgbClr val="0064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19FE4-6876-B5B6-E975-473C9AD4B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4" y="238870"/>
            <a:ext cx="5163243" cy="3190130"/>
          </a:xfrm>
        </p:spPr>
        <p:txBody>
          <a:bodyPr/>
          <a:lstStyle>
            <a:lvl1pPr>
              <a:defRPr sz="64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9A3DB1-810F-A8E3-C248-4835CAA99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75C80E1-0151-4332-A139-266FE14E3417}" type="datetime1">
              <a:rPr lang="en-GB" smtClean="0"/>
              <a:t>26/08/2026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B777E5-A94F-F8C3-D5F7-C4C35810FF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Managing and Running Python Effectively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089025-7C4D-C600-55FE-4CBA1AECC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F3EA03B-C9D6-61A6-148F-9BF74F07D9B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1" y="327819"/>
            <a:ext cx="5777508" cy="310118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9C35426-417C-E41E-5A03-5974D3C79A08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bg1"/>
                </a:solidFill>
                <a:latin typeface="+mj-lt"/>
              </a:rPr>
              <a:t>Imperial College London</a:t>
            </a:r>
          </a:p>
        </p:txBody>
      </p:sp>
    </p:spTree>
    <p:extLst>
      <p:ext uri="{BB962C8B-B14F-4D97-AF65-F5344CB8AC3E}">
        <p14:creationId xmlns:p14="http://schemas.microsoft.com/office/powerpoint/2010/main" val="751618283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0AC38-BED1-9031-E2E0-CB195EDFD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11540763" cy="378044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B26F26-EA3D-40AC-124C-008BE90D71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5800" y="1394619"/>
            <a:ext cx="11540763" cy="4866481"/>
          </a:xfrm>
        </p:spPr>
        <p:txBody>
          <a:bodyPr/>
          <a:lstStyle>
            <a:lvl3pPr>
              <a:buClr>
                <a:srgbClr val="00FF7F"/>
              </a:buClr>
              <a:defRPr/>
            </a:lvl3pPr>
            <a:lvl4pPr>
              <a:buClr>
                <a:srgbClr val="00FF7F"/>
              </a:buClr>
              <a:defRPr/>
            </a:lvl4pPr>
            <a:lvl5pPr>
              <a:buClr>
                <a:srgbClr val="00FF7F"/>
              </a:buClr>
              <a:defRPr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CC11D5-984D-8680-D542-25A06BDC5C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56526-9870-44E3-9BF4-D7E9F048CE19}" type="datetime1">
              <a:rPr lang="en-GB" smtClean="0"/>
              <a:t>26/08/2026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2E529F-F811-2979-BFFA-08BB8BC2F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Managing and Running Python Effectively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A69BFE-A663-D9A7-8252-C85369469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62B454FF-7060-E11B-6122-C9D16BC06047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3174669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0AC38-BED1-9031-E2E0-CB195EDFD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11540763" cy="378044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B26F26-EA3D-40AC-124C-008BE90D71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5800" y="1394619"/>
            <a:ext cx="11540763" cy="4866481"/>
          </a:xfrm>
        </p:spPr>
        <p:txBody>
          <a:bodyPr/>
          <a:lstStyle>
            <a:lvl3pPr>
              <a:buClr>
                <a:srgbClr val="00FF7F"/>
              </a:buClr>
              <a:defRPr/>
            </a:lvl3pPr>
            <a:lvl4pPr>
              <a:buClr>
                <a:srgbClr val="00FF7F"/>
              </a:buClr>
              <a:defRPr/>
            </a:lvl4pPr>
            <a:lvl5pPr>
              <a:buClr>
                <a:srgbClr val="00FF7F"/>
              </a:buClr>
              <a:defRPr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CC11D5-984D-8680-D542-25A06BDC5C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715DC3-E7CE-491C-B0F8-9FB0C1A9D971}" type="datetime1">
              <a:rPr lang="en-GB" smtClean="0"/>
              <a:t>26/08/2026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2E529F-F811-2979-BFFA-08BB8BC2F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Managing and Running Python Effectively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A69BFE-A663-D9A7-8252-C85369469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62B454FF-7060-E11B-6122-C9D16BC06047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218463841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0AC38-BED1-9031-E2E0-CB195EDFD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11540763" cy="378044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B26F26-EA3D-40AC-124C-008BE90D71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5800" y="1394619"/>
            <a:ext cx="11540763" cy="4866481"/>
          </a:xfrm>
        </p:spPr>
        <p:txBody>
          <a:bodyPr/>
          <a:lstStyle>
            <a:lvl3pPr>
              <a:buClr>
                <a:srgbClr val="006400"/>
              </a:buClr>
              <a:defRPr/>
            </a:lvl3pPr>
            <a:lvl4pPr>
              <a:buClr>
                <a:srgbClr val="006400"/>
              </a:buClr>
              <a:defRPr/>
            </a:lvl4pPr>
            <a:lvl5pPr>
              <a:buClr>
                <a:srgbClr val="006400"/>
              </a:buClr>
              <a:defRPr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CC11D5-984D-8680-D542-25A06BDC5C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2C797-3D51-4532-86C6-808DD4FA685E}" type="datetime1">
              <a:rPr lang="en-GB" smtClean="0"/>
              <a:t>26/08/2026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2E529F-F811-2979-BFFA-08BB8BC2F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Managing and Running Python Effectively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A69BFE-A663-D9A7-8252-C85369469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62B454FF-7060-E11B-6122-C9D16BC06047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685261070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934A7-BB27-0705-778A-9BC1A80F58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232" y="252000"/>
            <a:ext cx="11541025" cy="378044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3D824-2B92-00E0-3B10-2E7351FAE0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26232" y="1394619"/>
            <a:ext cx="5583238" cy="4866481"/>
          </a:xfrm>
        </p:spPr>
        <p:txBody>
          <a:bodyPr/>
          <a:lstStyle>
            <a:lvl3pPr>
              <a:buClr>
                <a:srgbClr val="00FF7F"/>
              </a:buClr>
              <a:defRPr/>
            </a:lvl3pPr>
            <a:lvl4pPr>
              <a:buClr>
                <a:srgbClr val="00FF7F"/>
              </a:buClr>
              <a:defRPr/>
            </a:lvl4pPr>
            <a:lvl5pPr>
              <a:buClr>
                <a:srgbClr val="00FF7F"/>
              </a:buClr>
              <a:defRPr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16325E-A8D8-4356-8054-A314C1AF0A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83325" y="1394619"/>
            <a:ext cx="5583238" cy="486648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109A4F-CF52-ABB2-91FD-CF9C01BF0D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69686-0FBF-4501-81F5-40C710430EB0}" type="datetime1">
              <a:rPr lang="en-GB" smtClean="0"/>
              <a:t>26/08/2026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5B9B47-9D04-96FB-8B95-D7BC38470F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Managing and Running Python Effectively</a:t>
            </a:r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9D9458-0376-0EC1-BA89-A49552E192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3E5619CB-8093-9292-D19B-3E145BB563F3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090358580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934A7-BB27-0705-778A-9BC1A80F58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232" y="252000"/>
            <a:ext cx="11541025" cy="378044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3D824-2B92-00E0-3B10-2E7351FAE0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26232" y="1394619"/>
            <a:ext cx="5583238" cy="4866481"/>
          </a:xfrm>
        </p:spPr>
        <p:txBody>
          <a:bodyPr/>
          <a:lstStyle>
            <a:lvl3pPr>
              <a:buClr>
                <a:srgbClr val="00FF7F"/>
              </a:buClr>
              <a:defRPr/>
            </a:lvl3pPr>
            <a:lvl4pPr>
              <a:buClr>
                <a:srgbClr val="00FF7F"/>
              </a:buClr>
              <a:defRPr/>
            </a:lvl4pPr>
            <a:lvl5pPr>
              <a:buClr>
                <a:srgbClr val="00FF7F"/>
              </a:buClr>
              <a:defRPr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16325E-A8D8-4356-8054-A314C1AF0A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83325" y="1394619"/>
            <a:ext cx="5583238" cy="486648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109A4F-CF52-ABB2-91FD-CF9C01BF0D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F43393-4ECE-48F4-84E5-60E541CE8671}" type="datetime1">
              <a:rPr lang="en-GB" smtClean="0"/>
              <a:t>26/08/2026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5B9B47-9D04-96FB-8B95-D7BC38470F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Managing and Running Python Effectively</a:t>
            </a:r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9D9458-0376-0EC1-BA89-A49552E192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3E5619CB-8093-9292-D19B-3E145BB563F3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020195970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934A7-BB27-0705-778A-9BC1A80F58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232" y="252000"/>
            <a:ext cx="11541025" cy="378044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3D824-2B92-00E0-3B10-2E7351FAE0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26232" y="1394619"/>
            <a:ext cx="5583238" cy="4866481"/>
          </a:xfrm>
        </p:spPr>
        <p:txBody>
          <a:bodyPr/>
          <a:lstStyle>
            <a:lvl3pPr>
              <a:buClr>
                <a:srgbClr val="006400"/>
              </a:buClr>
              <a:defRPr/>
            </a:lvl3pPr>
            <a:lvl4pPr>
              <a:buClr>
                <a:srgbClr val="006400"/>
              </a:buClr>
              <a:defRPr/>
            </a:lvl4pPr>
            <a:lvl5pPr>
              <a:buClr>
                <a:srgbClr val="006400"/>
              </a:buClr>
              <a:defRPr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16325E-A8D8-4356-8054-A314C1AF0A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83325" y="1394619"/>
            <a:ext cx="5583238" cy="486648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109A4F-CF52-ABB2-91FD-CF9C01BF0D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519201-7190-4B7A-8C0C-58AEE0DC7430}" type="datetime1">
              <a:rPr lang="en-GB" smtClean="0"/>
              <a:t>26/08/2026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5B9B47-9D04-96FB-8B95-D7BC38470F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Managing and Running Python Effectively</a:t>
            </a:r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9D9458-0376-0EC1-BA89-A49552E192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3E5619CB-8093-9292-D19B-3E145BB563F3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180747767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23E2-CB33-A043-EFAE-5E5920AB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D07086-8168-2FFB-8A6A-847C21CE6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623FC2-6830-4AE1-A246-5A56A4647077}" type="datetime1">
              <a:rPr lang="en-GB" smtClean="0"/>
              <a:t>26/08/2026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BF319C-1022-A0DE-5680-6E6F7A33A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Managing and Running Python Effectively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A01DCF-BF44-5758-3698-48171189D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623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96397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6656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CBB1273F-0B9B-4FDD-4203-5D0C87B419DE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884756086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23E2-CB33-A043-EFAE-5E5920AB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D07086-8168-2FFB-8A6A-847C21CE6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11495-6DAD-496D-8110-FBBD835BD3A9}" type="datetime1">
              <a:rPr lang="en-GB" smtClean="0"/>
              <a:t>26/08/2026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BF319C-1022-A0DE-5680-6E6F7A33A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Managing and Running Python Effectively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A01DCF-BF44-5758-3698-48171189D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623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96397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6656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CBB1273F-0B9B-4FDD-4203-5D0C87B419DE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68663662"/>
      </p:ext>
    </p:extLst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23E2-CB33-A043-EFAE-5E5920AB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D07086-8168-2FFB-8A6A-847C21CE6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43B13-6A48-423F-B4AB-E1AF9D3CF21B}" type="datetime1">
              <a:rPr lang="en-GB" smtClean="0"/>
              <a:t>26/08/2026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BF319C-1022-A0DE-5680-6E6F7A33A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Managing and Running Python Effectively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A01DCF-BF44-5758-3698-48171189D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623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chemeClr val="accent6"/>
              </a:buClr>
              <a:defRPr sz="1800"/>
            </a:lvl3pPr>
            <a:lvl4pPr>
              <a:buClr>
                <a:schemeClr val="accent6"/>
              </a:buClr>
              <a:defRPr sz="1800"/>
            </a:lvl4pPr>
            <a:lvl5pPr>
              <a:buClr>
                <a:schemeClr val="accent6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96397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chemeClr val="accent6"/>
              </a:buClr>
              <a:defRPr sz="1800"/>
            </a:lvl3pPr>
            <a:lvl4pPr>
              <a:buClr>
                <a:schemeClr val="accent6"/>
              </a:buClr>
              <a:defRPr sz="1800"/>
            </a:lvl4pPr>
            <a:lvl5pPr>
              <a:buClr>
                <a:schemeClr val="accent6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6656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chemeClr val="accent6"/>
              </a:buClr>
              <a:defRPr sz="1800"/>
            </a:lvl3pPr>
            <a:lvl4pPr>
              <a:buClr>
                <a:schemeClr val="accent6"/>
              </a:buClr>
              <a:defRPr sz="1800"/>
            </a:lvl4pPr>
            <a:lvl5pPr>
              <a:buClr>
                <a:schemeClr val="accent6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CBB1273F-0B9B-4FDD-4203-5D0C87B419DE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536248034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Images and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23E2-CB33-A043-EFAE-5E5920AB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D07086-8168-2FFB-8A6A-847C21CE6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83211-21A1-4A01-BFDD-83E69FB2A09E}" type="datetime1">
              <a:rPr lang="en-GB" smtClean="0"/>
              <a:t>26/08/2026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BF319C-1022-A0DE-5680-6E6F7A33A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Managing and Running Python Effectively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A01DCF-BF44-5758-3698-48171189D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8493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buClr>
                <a:srgbClr val="00FF7F"/>
              </a:buClr>
              <a:defRPr sz="1800"/>
            </a:lvl3pPr>
            <a:lvl4pPr rtl="0">
              <a:buClr>
                <a:srgbClr val="00FF7F"/>
              </a:buClr>
              <a:defRPr sz="1800"/>
            </a:lvl4pPr>
            <a:lvl5pPr rtl="0"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76876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buClr>
                <a:srgbClr val="00FF7F"/>
              </a:buClr>
              <a:defRPr sz="1800"/>
            </a:lvl3pPr>
            <a:lvl4pPr rtl="0">
              <a:buClr>
                <a:srgbClr val="00FF7F"/>
              </a:buClr>
              <a:defRPr sz="1800"/>
            </a:lvl4pPr>
            <a:lvl5pPr rtl="0"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35258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buClr>
                <a:srgbClr val="00FF7F"/>
              </a:buClr>
              <a:defRPr sz="1800"/>
            </a:lvl3pPr>
            <a:lvl4pPr rtl="0">
              <a:buClr>
                <a:srgbClr val="00FF7F"/>
              </a:buClr>
              <a:defRPr sz="1800"/>
            </a:lvl4pPr>
            <a:lvl5pPr rtl="0"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47AD979-9E36-27D3-D861-472A37C9BD3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18490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BA925AEF-9705-43FC-B311-1B9A5C87248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6876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3" name="Picture Placeholder 10">
            <a:extLst>
              <a:ext uri="{FF2B5EF4-FFF2-40B4-BE49-F238E27FC236}">
                <a16:creationId xmlns:a16="http://schemas.microsoft.com/office/drawing/2014/main" id="{71EBAC93-1C14-C84A-FF75-AC90D6C8A890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235261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A6EB687B-5D2E-6018-5C19-6211E4ADBA8B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037066738"/>
      </p:ext>
    </p:extLst>
  </p:cSld>
  <p:clrMapOvr>
    <a:masterClrMapping/>
  </p:clrMapOvr>
  <p:transition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Images and Captions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23E2-CB33-A043-EFAE-5E5920AB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D07086-8168-2FFB-8A6A-847C21CE6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B54F66-C1A0-4CAE-8B60-BA02AB871479}" type="datetime1">
              <a:rPr lang="en-GB" smtClean="0"/>
              <a:t>26/08/2026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BF319C-1022-A0DE-5680-6E6F7A33A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Managing and Running Python Effectively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A01DCF-BF44-5758-3698-48171189D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8493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buClr>
                <a:srgbClr val="00FF7F"/>
              </a:buClr>
              <a:defRPr sz="1800"/>
            </a:lvl3pPr>
            <a:lvl4pPr rtl="0">
              <a:buClr>
                <a:srgbClr val="00FF7F"/>
              </a:buClr>
              <a:defRPr sz="1800"/>
            </a:lvl4pPr>
            <a:lvl5pPr rtl="0"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76876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buClr>
                <a:srgbClr val="00FF7F"/>
              </a:buClr>
              <a:defRPr sz="1800"/>
            </a:lvl3pPr>
            <a:lvl4pPr rtl="0">
              <a:buClr>
                <a:srgbClr val="00FF7F"/>
              </a:buClr>
              <a:defRPr sz="1800"/>
            </a:lvl4pPr>
            <a:lvl5pPr rtl="0"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35258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buClr>
                <a:srgbClr val="00FF7F"/>
              </a:buClr>
              <a:defRPr sz="1800"/>
            </a:lvl3pPr>
            <a:lvl4pPr rtl="0">
              <a:buClr>
                <a:srgbClr val="00FF7F"/>
              </a:buClr>
              <a:defRPr sz="1800"/>
            </a:lvl4pPr>
            <a:lvl5pPr rtl="0"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47AD979-9E36-27D3-D861-472A37C9BD3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18490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BA925AEF-9705-43FC-B311-1B9A5C87248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6876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3" name="Picture Placeholder 10">
            <a:extLst>
              <a:ext uri="{FF2B5EF4-FFF2-40B4-BE49-F238E27FC236}">
                <a16:creationId xmlns:a16="http://schemas.microsoft.com/office/drawing/2014/main" id="{71EBAC93-1C14-C84A-FF75-AC90D6C8A890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235261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A6EB687B-5D2E-6018-5C19-6211E4ADBA8B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160980370"/>
      </p:ext>
    </p:extLst>
  </p:cSld>
  <p:clrMapOvr>
    <a:masterClrMapping/>
  </p:clrMapOvr>
  <p:transition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Images and Captions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23E2-CB33-A043-EFAE-5E5920AB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D07086-8168-2FFB-8A6A-847C21CE6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94E9C-946A-434F-8C97-5DAB74C4AB63}" type="datetime1">
              <a:rPr lang="en-GB" smtClean="0"/>
              <a:t>26/08/2026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BF319C-1022-A0DE-5680-6E6F7A33A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Managing and Running Python Effectively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A01DCF-BF44-5758-3698-48171189D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8493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buClr>
                <a:srgbClr val="006400"/>
              </a:buClr>
              <a:defRPr sz="1800"/>
            </a:lvl3pPr>
            <a:lvl4pPr rtl="0">
              <a:buClr>
                <a:srgbClr val="006400"/>
              </a:buClr>
              <a:defRPr sz="1800"/>
            </a:lvl4pPr>
            <a:lvl5pPr rtl="0">
              <a:buClr>
                <a:srgbClr val="006400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76876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buClr>
                <a:schemeClr val="accent6"/>
              </a:buClr>
              <a:defRPr sz="1800"/>
            </a:lvl3pPr>
            <a:lvl4pPr rtl="0">
              <a:buClr>
                <a:schemeClr val="accent6"/>
              </a:buClr>
              <a:defRPr sz="1800"/>
            </a:lvl4pPr>
            <a:lvl5pPr rtl="0">
              <a:buClr>
                <a:schemeClr val="accent6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35258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buClr>
                <a:schemeClr val="accent6"/>
              </a:buClr>
              <a:defRPr sz="1800"/>
            </a:lvl3pPr>
            <a:lvl4pPr rtl="0">
              <a:buClr>
                <a:schemeClr val="accent6"/>
              </a:buClr>
              <a:defRPr sz="1800"/>
            </a:lvl4pPr>
            <a:lvl5pPr rtl="0">
              <a:buClr>
                <a:schemeClr val="accent6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47AD979-9E36-27D3-D861-472A37C9BD3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18490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BA925AEF-9705-43FC-B311-1B9A5C87248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6876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3" name="Picture Placeholder 10">
            <a:extLst>
              <a:ext uri="{FF2B5EF4-FFF2-40B4-BE49-F238E27FC236}">
                <a16:creationId xmlns:a16="http://schemas.microsoft.com/office/drawing/2014/main" id="{71EBAC93-1C14-C84A-FF75-AC90D6C8A890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235261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A6EB687B-5D2E-6018-5C19-6211E4ADBA8B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814231540"/>
      </p:ext>
    </p:extLst>
  </p:cSld>
  <p:clrMapOvr>
    <a:masterClrMapping/>
  </p:clrMapOvr>
  <p:transition>
    <p:fad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F41CF-A3E3-C272-C94C-947AC89C85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2" y="327819"/>
            <a:ext cx="9984000" cy="5933281"/>
          </a:xfrm>
        </p:spPr>
        <p:txBody>
          <a:bodyPr/>
          <a:lstStyle>
            <a:lvl1pPr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080FA7-D3DB-DCE0-62D3-E92CDF5E1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C46D22-C71B-464B-B075-EE6B5090E8AB}" type="datetime1">
              <a:rPr lang="en-GB" smtClean="0"/>
              <a:t>26/08/2026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FFF8CC-E316-E641-C9CE-DF3DAA8A6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Managing and Running Python Effectively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2F5865-014C-FA86-09B0-6C05A0B66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9344805"/>
      </p:ext>
    </p:extLst>
  </p:cSld>
  <p:clrMapOvr>
    <a:masterClrMapping/>
  </p:clrMapOvr>
  <p:transition>
    <p:fade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Tex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F41CF-A3E3-C272-C94C-947AC89C85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2" y="327819"/>
            <a:ext cx="9984000" cy="5933281"/>
          </a:xfrm>
        </p:spPr>
        <p:txBody>
          <a:bodyPr/>
          <a:lstStyle>
            <a:lvl1pPr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080FA7-D3DB-DCE0-62D3-E92CDF5E1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9E91A2-C31B-4762-B78F-5DF8A7B35BC5}" type="datetime1">
              <a:rPr lang="en-GB" smtClean="0"/>
              <a:t>26/08/2026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FFF8CC-E316-E641-C9CE-DF3DAA8A6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Managing and Running Python Effectively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2F5865-014C-FA86-09B0-6C05A0B66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475397"/>
      </p:ext>
    </p:extLst>
  </p:cSld>
  <p:clrMapOvr>
    <a:masterClrMapping/>
  </p:clrMapOvr>
  <p:transition>
    <p:fade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Text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F41CF-A3E3-C272-C94C-947AC89C85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2" y="327819"/>
            <a:ext cx="9984000" cy="5933281"/>
          </a:xfrm>
        </p:spPr>
        <p:txBody>
          <a:bodyPr/>
          <a:lstStyle>
            <a:lvl1pPr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080FA7-D3DB-DCE0-62D3-E92CDF5E1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B7688D-A8DB-4F29-8933-5197E215CAB4}" type="datetime1">
              <a:rPr lang="en-GB" smtClean="0"/>
              <a:t>26/08/2026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FFF8CC-E316-E641-C9CE-DF3DAA8A6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Managing and Running Python Effectively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2F5865-014C-FA86-09B0-6C05A0B66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18019243"/>
      </p:ext>
    </p:extLst>
  </p:cSld>
  <p:clrMapOvr>
    <a:masterClrMapping/>
  </p:clrMapOvr>
  <p:transition>
    <p:fade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Text Blue">
    <p:bg>
      <p:bgPr>
        <a:solidFill>
          <a:srgbClr val="98FB9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F41CF-A3E3-C272-C94C-947AC89C85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2" y="327025"/>
            <a:ext cx="9984000" cy="5934075"/>
          </a:xfrm>
        </p:spPr>
        <p:txBody>
          <a:bodyPr/>
          <a:lstStyle>
            <a:lvl1pPr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080FA7-D3DB-DCE0-62D3-E92CDF5E1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68DD26D-53E9-4B0A-82DD-E320CE5DB387}" type="datetime1">
              <a:rPr lang="en-GB" smtClean="0"/>
              <a:t>26/08/2026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FFF8CC-E316-E641-C9CE-DF3DAA8A6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Managing and Running Python Effectively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2F5865-014C-FA86-09B0-6C05A0B66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A8D6E0-472D-9B14-F3A6-BC2F23E87040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tx1"/>
                </a:solidFill>
                <a:latin typeface="+mj-lt"/>
              </a:rPr>
              <a:t>Imperial College London</a:t>
            </a:r>
          </a:p>
        </p:txBody>
      </p:sp>
    </p:spTree>
    <p:extLst>
      <p:ext uri="{BB962C8B-B14F-4D97-AF65-F5344CB8AC3E}">
        <p14:creationId xmlns:p14="http://schemas.microsoft.com/office/powerpoint/2010/main" val="1467749574"/>
      </p:ext>
    </p:extLst>
  </p:cSld>
  <p:clrMapOvr>
    <a:masterClrMapping/>
  </p:clrMapOvr>
  <p:transition>
    <p:fade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Section Header Blue">
    <p:bg>
      <p:bgPr>
        <a:solidFill>
          <a:srgbClr val="00FF7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FEE2EA-C029-0AE3-B18F-CB5D823CD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7C05D2C-BD15-49D3-9CFD-524456171BC3}" type="datetime1">
              <a:rPr lang="en-GB" smtClean="0"/>
              <a:t>26/08/2026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74AA3B-FC1A-1DAF-C282-4ED6FC7403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Managing and Running Python Effectively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8A0A1-4076-F926-D730-16EF8BBD7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3E70A2-A3C6-29D0-1DEB-4D8F9283B18B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tx1"/>
                </a:solidFill>
                <a:latin typeface="+mj-lt"/>
              </a:rPr>
              <a:t>Imperial College London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E2710C7-980D-1529-A1C4-D0B91442977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32718" y="2505029"/>
            <a:ext cx="6700238" cy="2162664"/>
          </a:xfrm>
        </p:spPr>
        <p:txBody>
          <a:bodyPr anchor="t"/>
          <a:lstStyle>
            <a:lvl1pPr algn="l">
              <a:lnSpc>
                <a:spcPct val="80000"/>
              </a:lnSpc>
              <a:defRPr sz="50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01</a:t>
            </a:r>
            <a:br>
              <a:rPr lang="en-GB" dirty="0"/>
            </a:br>
            <a:r>
              <a:rPr lang="en-GB" dirty="0"/>
              <a:t>Click to edit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A059B7-F8C4-DDAC-8831-8DEB457052F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8830" y="2321073"/>
            <a:ext cx="1786722" cy="1786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0188077"/>
      </p:ext>
    </p:extLst>
  </p:cSld>
  <p:clrMapOvr>
    <a:masterClrMapping/>
  </p:clrMapOvr>
  <p:transition>
    <p:fad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Blue">
    <p:bg>
      <p:bgPr>
        <a:solidFill>
          <a:srgbClr val="00FF7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FEE2EA-C029-0AE3-B18F-CB5D823CD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253D521-DAE9-4273-B02B-517ADBE95ADE}" type="datetime1">
              <a:rPr lang="en-GB" smtClean="0"/>
              <a:t>26/08/2026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74AA3B-FC1A-1DAF-C282-4ED6FC7403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Managing and Running Python Effectively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8A0A1-4076-F926-D730-16EF8BBD7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3E70A2-A3C6-29D0-1DEB-4D8F9283B18B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tx1"/>
                </a:solidFill>
                <a:latin typeface="+mj-lt"/>
              </a:rPr>
              <a:t>Imperial College London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E2710C7-980D-1529-A1C4-D0B91442977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32718" y="2505029"/>
            <a:ext cx="6700238" cy="2162664"/>
          </a:xfrm>
        </p:spPr>
        <p:txBody>
          <a:bodyPr anchor="t"/>
          <a:lstStyle>
            <a:lvl1pPr algn="l">
              <a:lnSpc>
                <a:spcPct val="80000"/>
              </a:lnSpc>
              <a:defRPr sz="50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01</a:t>
            </a:r>
            <a:br>
              <a:rPr lang="en-GB" dirty="0"/>
            </a:br>
            <a:r>
              <a:rPr lang="en-GB" dirty="0"/>
              <a:t>Click to edit title style</a:t>
            </a:r>
          </a:p>
        </p:txBody>
      </p:sp>
      <p:pic>
        <p:nvPicPr>
          <p:cNvPr id="3" name="Picture 2" descr="A black and white image of two people&#10;&#10;Description automatically generated">
            <a:extLst>
              <a:ext uri="{FF2B5EF4-FFF2-40B4-BE49-F238E27FC236}">
                <a16:creationId xmlns:a16="http://schemas.microsoft.com/office/drawing/2014/main" id="{F5A059B7-F8C4-DDAC-8831-8DEB457052F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8830" y="2321073"/>
            <a:ext cx="1786722" cy="1786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3995235"/>
      </p:ext>
    </p:extLst>
  </p:cSld>
  <p:clrMapOvr>
    <a:masterClrMapping/>
  </p:clrMapOvr>
  <p:transition>
    <p:fade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ection Header Blue">
    <p:bg>
      <p:bgPr>
        <a:solidFill>
          <a:srgbClr val="00FF7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FEE2EA-C029-0AE3-B18F-CB5D823CD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8AB5826-BEE2-45C6-9764-C15A939A56F1}" type="datetime1">
              <a:rPr lang="en-GB" smtClean="0"/>
              <a:t>26/08/2026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74AA3B-FC1A-1DAF-C282-4ED6FC7403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Managing and Running Python Effectively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8A0A1-4076-F926-D730-16EF8BBD7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3E70A2-A3C6-29D0-1DEB-4D8F9283B18B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tx1"/>
                </a:solidFill>
                <a:latin typeface="+mj-lt"/>
              </a:rPr>
              <a:t>Imperial College London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E2710C7-980D-1529-A1C4-D0B91442977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32718" y="2505029"/>
            <a:ext cx="6700238" cy="2162664"/>
          </a:xfrm>
        </p:spPr>
        <p:txBody>
          <a:bodyPr anchor="t"/>
          <a:lstStyle>
            <a:lvl1pPr algn="l">
              <a:lnSpc>
                <a:spcPct val="80000"/>
              </a:lnSpc>
              <a:defRPr sz="50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01</a:t>
            </a:r>
            <a:br>
              <a:rPr lang="en-GB" dirty="0"/>
            </a:br>
            <a:r>
              <a:rPr lang="en-GB" dirty="0"/>
              <a:t>Click to edit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A059B7-F8C4-DDAC-8831-8DEB457052F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8830" y="2321073"/>
            <a:ext cx="1786722" cy="1786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1917366"/>
      </p:ext>
    </p:extLst>
  </p:cSld>
  <p:clrMapOvr>
    <a:masterClrMapping/>
  </p:clrMapOvr>
  <p:transition>
    <p:fade/>
  </p:transition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Section Header Blue">
    <p:bg>
      <p:bgPr>
        <a:solidFill>
          <a:srgbClr val="00FF7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FEE2EA-C029-0AE3-B18F-CB5D823CD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6D4065F-3461-422F-ADF2-C5E46AB7660A}" type="datetime1">
              <a:rPr lang="en-GB" smtClean="0"/>
              <a:t>26/08/2026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74AA3B-FC1A-1DAF-C282-4ED6FC7403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Managing and Running Python Effectively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8A0A1-4076-F926-D730-16EF8BBD7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3E70A2-A3C6-29D0-1DEB-4D8F9283B18B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tx1"/>
                </a:solidFill>
                <a:latin typeface="+mj-lt"/>
              </a:rPr>
              <a:t>Imperial College London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E2710C7-980D-1529-A1C4-D0B91442977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32718" y="2505029"/>
            <a:ext cx="6700238" cy="2162664"/>
          </a:xfrm>
        </p:spPr>
        <p:txBody>
          <a:bodyPr anchor="t"/>
          <a:lstStyle>
            <a:lvl1pPr algn="l">
              <a:lnSpc>
                <a:spcPct val="80000"/>
              </a:lnSpc>
              <a:defRPr sz="50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01</a:t>
            </a:r>
            <a:br>
              <a:rPr lang="en-GB" dirty="0"/>
            </a:br>
            <a:r>
              <a:rPr lang="en-GB" dirty="0"/>
              <a:t>Click to edit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A059B7-F8C4-DDAC-8831-8DEB457052F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8830" y="2321073"/>
            <a:ext cx="1786722" cy="1786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0779282"/>
      </p:ext>
    </p:extLst>
  </p:cSld>
  <p:clrMapOvr>
    <a:masterClrMapping/>
  </p:clrMapOvr>
  <p:transition>
    <p:fade/>
  </p:transition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Section Header Blue">
    <p:bg>
      <p:bgPr>
        <a:solidFill>
          <a:srgbClr val="00FF7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FEE2EA-C029-0AE3-B18F-CB5D823CD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A51B3F2-99CF-4B38-92A9-D778481859B9}" type="datetime1">
              <a:rPr lang="en-GB" smtClean="0"/>
              <a:t>26/08/2026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74AA3B-FC1A-1DAF-C282-4ED6FC7403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Managing and Running Python Effectively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8A0A1-4076-F926-D730-16EF8BBD7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3E70A2-A3C6-29D0-1DEB-4D8F9283B18B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tx1"/>
                </a:solidFill>
                <a:latin typeface="+mj-lt"/>
              </a:rPr>
              <a:t>Imperial College London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E2710C7-980D-1529-A1C4-D0B91442977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32718" y="2505029"/>
            <a:ext cx="6700238" cy="2162664"/>
          </a:xfrm>
        </p:spPr>
        <p:txBody>
          <a:bodyPr anchor="t"/>
          <a:lstStyle>
            <a:lvl1pPr algn="l">
              <a:lnSpc>
                <a:spcPct val="80000"/>
              </a:lnSpc>
              <a:defRPr sz="50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01</a:t>
            </a:r>
            <a:br>
              <a:rPr lang="en-GB" dirty="0"/>
            </a:br>
            <a:r>
              <a:rPr lang="en-GB" dirty="0"/>
              <a:t>Click to edit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A059B7-F8C4-DDAC-8831-8DEB457052F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8830" y="2321073"/>
            <a:ext cx="1786722" cy="1786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5542469"/>
      </p:ext>
    </p:extLst>
  </p:cSld>
  <p:clrMapOvr>
    <a:masterClrMapping/>
  </p:clrMapOvr>
  <p:transition>
    <p:fade/>
  </p:transition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Section Header Blue">
    <p:bg>
      <p:bgPr>
        <a:solidFill>
          <a:srgbClr val="00FF7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FEE2EA-C029-0AE3-B18F-CB5D823CD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337D3B9-C701-4DDA-9E3B-9063CFCE1FE3}" type="datetime1">
              <a:rPr lang="en-GB" smtClean="0"/>
              <a:t>26/08/2026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74AA3B-FC1A-1DAF-C282-4ED6FC7403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Managing and Running Python Effectively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8A0A1-4076-F926-D730-16EF8BBD7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3E70A2-A3C6-29D0-1DEB-4D8F9283B18B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tx1"/>
                </a:solidFill>
                <a:latin typeface="+mj-lt"/>
              </a:rPr>
              <a:t>Imperial College London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E2710C7-980D-1529-A1C4-D0B91442977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32718" y="2505029"/>
            <a:ext cx="6700238" cy="2162664"/>
          </a:xfrm>
        </p:spPr>
        <p:txBody>
          <a:bodyPr anchor="t"/>
          <a:lstStyle>
            <a:lvl1pPr algn="l">
              <a:lnSpc>
                <a:spcPct val="80000"/>
              </a:lnSpc>
              <a:defRPr sz="50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01</a:t>
            </a:r>
            <a:br>
              <a:rPr lang="en-GB" dirty="0"/>
            </a:br>
            <a:r>
              <a:rPr lang="en-GB" dirty="0"/>
              <a:t>Click to edit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A059B7-F8C4-DDAC-8831-8DEB457052F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8830" y="2321073"/>
            <a:ext cx="1786722" cy="1786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15951"/>
      </p:ext>
    </p:extLst>
  </p:cSld>
  <p:clrMapOvr>
    <a:masterClrMapping/>
  </p:clrMapOvr>
  <p:transition>
    <p:fade/>
  </p:transition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Section Header Blue">
    <p:bg>
      <p:bgPr>
        <a:solidFill>
          <a:srgbClr val="00FF7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FEE2EA-C029-0AE3-B18F-CB5D823CD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30669BC-1E6C-456F-9CA0-8C943D622990}" type="datetime1">
              <a:rPr lang="en-GB" smtClean="0"/>
              <a:t>26/08/2026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74AA3B-FC1A-1DAF-C282-4ED6FC7403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Managing and Running Python Effectively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8A0A1-4076-F926-D730-16EF8BBD7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3E70A2-A3C6-29D0-1DEB-4D8F9283B18B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tx1"/>
                </a:solidFill>
                <a:latin typeface="+mj-lt"/>
              </a:rPr>
              <a:t>Imperial College London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E2710C7-980D-1529-A1C4-D0B91442977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32718" y="2505029"/>
            <a:ext cx="6700238" cy="2162664"/>
          </a:xfrm>
        </p:spPr>
        <p:txBody>
          <a:bodyPr anchor="t"/>
          <a:lstStyle>
            <a:lvl1pPr algn="l">
              <a:lnSpc>
                <a:spcPct val="80000"/>
              </a:lnSpc>
              <a:defRPr sz="50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01</a:t>
            </a:r>
            <a:br>
              <a:rPr lang="en-GB" dirty="0"/>
            </a:br>
            <a:r>
              <a:rPr lang="en-GB" dirty="0"/>
              <a:t>Click to edit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A059B7-F8C4-DDAC-8831-8DEB457052F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8830" y="2321073"/>
            <a:ext cx="1786722" cy="1786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5240264"/>
      </p:ext>
    </p:extLst>
  </p:cSld>
  <p:clrMapOvr>
    <a:masterClrMapping/>
  </p:clrMapOvr>
  <p:transition>
    <p:fade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6866C-8E19-471A-9A6F-4C602756F1BE}" type="datetime1">
              <a:rPr lang="en-GB" smtClean="0"/>
              <a:t>26/08/2026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Managing and Running Python Effectively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D52399BF-03C9-B24E-A780-BE7CD263C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5583670" cy="378044"/>
          </a:xfr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4D02234B-F0AA-AEA6-E636-52276BDE0E86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5583670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8D7AD65-3E40-A55B-332E-BB6300B58FD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25800" y="1394619"/>
            <a:ext cx="558367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90AF79-7BDC-6C86-6328-5E1E4E4A08B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2939635899"/>
      </p:ext>
    </p:extLst>
  </p:cSld>
  <p:clrMapOvr>
    <a:masterClrMapping/>
  </p:clrMapOvr>
  <p:transition>
    <p:fade/>
  </p:transition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and Conten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580FE4-FE19-4D27-B8DB-8640016E371F}" type="datetime1">
              <a:rPr lang="en-GB" smtClean="0"/>
              <a:t>26/08/2026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Managing and Running Python Effectively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D52399BF-03C9-B24E-A780-BE7CD263C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5583670" cy="37804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4D02234B-F0AA-AEA6-E636-52276BDE0E86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5583670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8D7AD65-3E40-A55B-332E-BB6300B58FD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25800" y="1394619"/>
            <a:ext cx="558367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90AF79-7BDC-6C86-6328-5E1E4E4A08B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2206395976"/>
      </p:ext>
    </p:extLst>
  </p:cSld>
  <p:clrMapOvr>
    <a:masterClrMapping/>
  </p:clrMapOvr>
  <p:transition>
    <p:fade/>
  </p:transition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and Content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8C8F83-EE5B-4025-9D10-F448FDC50D0F}" type="datetime1">
              <a:rPr lang="en-GB" smtClean="0"/>
              <a:t>26/08/2026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Managing and Running Python Effectively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D52399BF-03C9-B24E-A780-BE7CD263C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5583670" cy="37804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4D02234B-F0AA-AEA6-E636-52276BDE0E86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5583670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8D7AD65-3E40-A55B-332E-BB6300B58FD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25800" y="1394619"/>
            <a:ext cx="558367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chemeClr val="accent6"/>
              </a:buClr>
              <a:defRPr sz="1800"/>
            </a:lvl3pPr>
            <a:lvl4pPr>
              <a:buClr>
                <a:schemeClr val="accent6"/>
              </a:buClr>
              <a:defRPr sz="1800"/>
            </a:lvl4pPr>
            <a:lvl5pPr>
              <a:buClr>
                <a:schemeClr val="accent6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90AF79-7BDC-6C86-6328-5E1E4E4A08B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2773322227"/>
      </p:ext>
    </p:extLst>
  </p:cSld>
  <p:clrMapOvr>
    <a:masterClrMapping/>
  </p:clrMapOvr>
  <p:transition>
    <p:fade/>
  </p:transition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Four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8E635D-757E-46F7-95E1-EAB1541A0A2C}" type="datetime1">
              <a:rPr lang="en-GB" smtClean="0"/>
              <a:t>26/08/2026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Managing and Running Python Effectively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12220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1999"/>
            <a:ext cx="3600000" cy="1010017"/>
          </a:xfr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15" name="Picture Placeholder 9">
            <a:extLst>
              <a:ext uri="{FF2B5EF4-FFF2-40B4-BE49-F238E27FC236}">
                <a16:creationId xmlns:a16="http://schemas.microsoft.com/office/drawing/2014/main" id="{820BEAE3-D117-6A35-4CA0-AD8A32FA8AD8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588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6" name="Picture Placeholder 9">
            <a:extLst>
              <a:ext uri="{FF2B5EF4-FFF2-40B4-BE49-F238E27FC236}">
                <a16:creationId xmlns:a16="http://schemas.microsoft.com/office/drawing/2014/main" id="{A380118A-A6AE-E8BE-5470-901DF79D51D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12220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5065361"/>
      </p:ext>
    </p:extLst>
  </p:cSld>
  <p:clrMapOvr>
    <a:masterClrMapping/>
  </p:clrMapOvr>
  <p:transition>
    <p:fade/>
  </p:transition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Four Images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AAFD94-ADD6-4AE6-B350-670FB6E913BF}" type="datetime1">
              <a:rPr lang="en-GB" smtClean="0"/>
              <a:t>26/08/2026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Managing and Running Python Effectively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12220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1999"/>
            <a:ext cx="3600000" cy="875051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5" name="Picture Placeholder 9">
            <a:extLst>
              <a:ext uri="{FF2B5EF4-FFF2-40B4-BE49-F238E27FC236}">
                <a16:creationId xmlns:a16="http://schemas.microsoft.com/office/drawing/2014/main" id="{820BEAE3-D117-6A35-4CA0-AD8A32FA8AD8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588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6" name="Picture Placeholder 9">
            <a:extLst>
              <a:ext uri="{FF2B5EF4-FFF2-40B4-BE49-F238E27FC236}">
                <a16:creationId xmlns:a16="http://schemas.microsoft.com/office/drawing/2014/main" id="{A380118A-A6AE-E8BE-5470-901DF79D51D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12220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3569060"/>
      </p:ext>
    </p:extLst>
  </p:cSld>
  <p:clrMapOvr>
    <a:masterClrMapping/>
  </p:clrMapOvr>
  <p:transition>
    <p:fade/>
  </p:transition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Four Images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44F9FF-0E64-435C-949E-AD1A43BD3775}" type="datetime1">
              <a:rPr lang="en-GB" smtClean="0"/>
              <a:t>26/08/2026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Managing and Running Python Effectively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chemeClr val="accent6"/>
              </a:buClr>
              <a:defRPr sz="1800"/>
            </a:lvl3pPr>
            <a:lvl4pPr>
              <a:buClr>
                <a:schemeClr val="accent6"/>
              </a:buClr>
              <a:defRPr sz="1800"/>
            </a:lvl4pPr>
            <a:lvl5pPr>
              <a:buClr>
                <a:schemeClr val="accent6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12220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1999"/>
            <a:ext cx="3600000" cy="1010017"/>
          </a:xfr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15" name="Picture Placeholder 9">
            <a:extLst>
              <a:ext uri="{FF2B5EF4-FFF2-40B4-BE49-F238E27FC236}">
                <a16:creationId xmlns:a16="http://schemas.microsoft.com/office/drawing/2014/main" id="{820BEAE3-D117-6A35-4CA0-AD8A32FA8AD8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588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6" name="Picture Placeholder 9">
            <a:extLst>
              <a:ext uri="{FF2B5EF4-FFF2-40B4-BE49-F238E27FC236}">
                <a16:creationId xmlns:a16="http://schemas.microsoft.com/office/drawing/2014/main" id="{A380118A-A6AE-E8BE-5470-901DF79D51D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12220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226118"/>
      </p:ext>
    </p:extLst>
  </p:cSld>
  <p:clrMapOvr>
    <a:masterClrMapping/>
  </p:clrMapOvr>
  <p:transition>
    <p:fade/>
  </p:transition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Nine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1CB022-060A-4526-8B10-446AE09B5D04}" type="datetime1">
              <a:rPr lang="en-GB" smtClean="0"/>
              <a:t>26/08/2026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Managing and Running Python Effectively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83804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3600000" cy="928214"/>
          </a:xfr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2" name="Picture Placeholder 9">
            <a:extLst>
              <a:ext uri="{FF2B5EF4-FFF2-40B4-BE49-F238E27FC236}">
                <a16:creationId xmlns:a16="http://schemas.microsoft.com/office/drawing/2014/main" id="{3BF8A661-BC32-12AC-2F2D-D852D8FEEC1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0020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6" name="Picture Placeholder 9">
            <a:extLst>
              <a:ext uri="{FF2B5EF4-FFF2-40B4-BE49-F238E27FC236}">
                <a16:creationId xmlns:a16="http://schemas.microsoft.com/office/drawing/2014/main" id="{424D9351-99D0-9E5B-7115-9BACEF47F4E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275880" y="2331064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7E1A1E6C-1250-255D-C128-8D998573C34C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83804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3" name="Picture Placeholder 9">
            <a:extLst>
              <a:ext uri="{FF2B5EF4-FFF2-40B4-BE49-F238E27FC236}">
                <a16:creationId xmlns:a16="http://schemas.microsoft.com/office/drawing/2014/main" id="{707F7AF8-8070-56D1-C887-AB07C4710C1B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940020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4" name="Picture Placeholder 9">
            <a:extLst>
              <a:ext uri="{FF2B5EF4-FFF2-40B4-BE49-F238E27FC236}">
                <a16:creationId xmlns:a16="http://schemas.microsoft.com/office/drawing/2014/main" id="{DCCCE168-E156-6A02-DEEC-8F9AC2E8B01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27588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7" name="Picture Placeholder 9">
            <a:extLst>
              <a:ext uri="{FF2B5EF4-FFF2-40B4-BE49-F238E27FC236}">
                <a16:creationId xmlns:a16="http://schemas.microsoft.com/office/drawing/2014/main" id="{935D5F28-4EFB-7DB6-B73E-ECA9F671D622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83804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8" name="Picture Placeholder 9">
            <a:extLst>
              <a:ext uri="{FF2B5EF4-FFF2-40B4-BE49-F238E27FC236}">
                <a16:creationId xmlns:a16="http://schemas.microsoft.com/office/drawing/2014/main" id="{EBE80ECC-3276-2379-3DA7-E599F908B356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40020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0704966"/>
      </p:ext>
    </p:extLst>
  </p:cSld>
  <p:clrMapOvr>
    <a:masterClrMapping/>
  </p:clrMapOvr>
  <p:transition>
    <p:fade/>
  </p:transition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Nine Images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A19B55-A832-449A-80EA-F39FE39FAC92}" type="datetime1">
              <a:rPr lang="en-GB" smtClean="0"/>
              <a:t>26/08/2026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Managing and Running Python Effectively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83804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1999"/>
            <a:ext cx="3600000" cy="1010017"/>
          </a:xfr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2" name="Picture Placeholder 9">
            <a:extLst>
              <a:ext uri="{FF2B5EF4-FFF2-40B4-BE49-F238E27FC236}">
                <a16:creationId xmlns:a16="http://schemas.microsoft.com/office/drawing/2014/main" id="{3BF8A661-BC32-12AC-2F2D-D852D8FEEC1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0020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6" name="Picture Placeholder 9">
            <a:extLst>
              <a:ext uri="{FF2B5EF4-FFF2-40B4-BE49-F238E27FC236}">
                <a16:creationId xmlns:a16="http://schemas.microsoft.com/office/drawing/2014/main" id="{424D9351-99D0-9E5B-7115-9BACEF47F4E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275880" y="2331064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7E1A1E6C-1250-255D-C128-8D998573C34C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83804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3" name="Picture Placeholder 9">
            <a:extLst>
              <a:ext uri="{FF2B5EF4-FFF2-40B4-BE49-F238E27FC236}">
                <a16:creationId xmlns:a16="http://schemas.microsoft.com/office/drawing/2014/main" id="{707F7AF8-8070-56D1-C887-AB07C4710C1B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940020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4" name="Picture Placeholder 9">
            <a:extLst>
              <a:ext uri="{FF2B5EF4-FFF2-40B4-BE49-F238E27FC236}">
                <a16:creationId xmlns:a16="http://schemas.microsoft.com/office/drawing/2014/main" id="{DCCCE168-E156-6A02-DEEC-8F9AC2E8B01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27588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7" name="Picture Placeholder 9">
            <a:extLst>
              <a:ext uri="{FF2B5EF4-FFF2-40B4-BE49-F238E27FC236}">
                <a16:creationId xmlns:a16="http://schemas.microsoft.com/office/drawing/2014/main" id="{935D5F28-4EFB-7DB6-B73E-ECA9F671D622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83804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8" name="Picture Placeholder 9">
            <a:extLst>
              <a:ext uri="{FF2B5EF4-FFF2-40B4-BE49-F238E27FC236}">
                <a16:creationId xmlns:a16="http://schemas.microsoft.com/office/drawing/2014/main" id="{EBE80ECC-3276-2379-3DA7-E599F908B356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40020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8784684"/>
      </p:ext>
    </p:extLst>
  </p:cSld>
  <p:clrMapOvr>
    <a:masterClrMapping/>
  </p:clrMapOvr>
  <p:transition>
    <p:fade/>
  </p:transition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Nine Images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962411-75DB-4901-9DEA-DFA44055B622}" type="datetime1">
              <a:rPr lang="en-GB" smtClean="0"/>
              <a:t>26/08/2026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Managing and Running Python Effectively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chemeClr val="accent6"/>
              </a:buClr>
              <a:defRPr sz="1800"/>
            </a:lvl3pPr>
            <a:lvl4pPr>
              <a:buClr>
                <a:schemeClr val="accent6"/>
              </a:buClr>
              <a:defRPr sz="1800"/>
            </a:lvl4pPr>
            <a:lvl5pPr>
              <a:buClr>
                <a:schemeClr val="accent6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83804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3600000" cy="37804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2" name="Picture Placeholder 9">
            <a:extLst>
              <a:ext uri="{FF2B5EF4-FFF2-40B4-BE49-F238E27FC236}">
                <a16:creationId xmlns:a16="http://schemas.microsoft.com/office/drawing/2014/main" id="{3BF8A661-BC32-12AC-2F2D-D852D8FEEC1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0020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6" name="Picture Placeholder 9">
            <a:extLst>
              <a:ext uri="{FF2B5EF4-FFF2-40B4-BE49-F238E27FC236}">
                <a16:creationId xmlns:a16="http://schemas.microsoft.com/office/drawing/2014/main" id="{424D9351-99D0-9E5B-7115-9BACEF47F4E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275880" y="2331064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7E1A1E6C-1250-255D-C128-8D998573C34C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83804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3" name="Picture Placeholder 9">
            <a:extLst>
              <a:ext uri="{FF2B5EF4-FFF2-40B4-BE49-F238E27FC236}">
                <a16:creationId xmlns:a16="http://schemas.microsoft.com/office/drawing/2014/main" id="{707F7AF8-8070-56D1-C887-AB07C4710C1B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940020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4" name="Picture Placeholder 9">
            <a:extLst>
              <a:ext uri="{FF2B5EF4-FFF2-40B4-BE49-F238E27FC236}">
                <a16:creationId xmlns:a16="http://schemas.microsoft.com/office/drawing/2014/main" id="{DCCCE168-E156-6A02-DEEC-8F9AC2E8B01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27588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7" name="Picture Placeholder 9">
            <a:extLst>
              <a:ext uri="{FF2B5EF4-FFF2-40B4-BE49-F238E27FC236}">
                <a16:creationId xmlns:a16="http://schemas.microsoft.com/office/drawing/2014/main" id="{935D5F28-4EFB-7DB6-B73E-ECA9F671D622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83804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8" name="Picture Placeholder 9">
            <a:extLst>
              <a:ext uri="{FF2B5EF4-FFF2-40B4-BE49-F238E27FC236}">
                <a16:creationId xmlns:a16="http://schemas.microsoft.com/office/drawing/2014/main" id="{EBE80ECC-3276-2379-3DA7-E599F908B356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40020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1354154"/>
      </p:ext>
    </p:extLst>
  </p:cSld>
  <p:clrMapOvr>
    <a:masterClrMapping/>
  </p:clrMapOvr>
  <p:transition>
    <p:fade/>
  </p:transition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18053-350F-43F2-8587-0DFE4F77979D}" type="datetime1">
              <a:rPr lang="en-GB" smtClean="0"/>
              <a:t>26/08/2026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Managing and Running Python Effectively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6232" y="327819"/>
            <a:ext cx="558323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62146EC-D096-3118-B564-94943B4AAEC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tx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C8087009-76FB-8577-E442-4BA57C9BC40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1339553058"/>
      </p:ext>
    </p:extLst>
  </p:cSld>
  <p:clrMapOvr>
    <a:masterClrMapping/>
  </p:clrMapOvr>
  <p:transition>
    <p:fade/>
  </p:transition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Conten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EAD178-8353-4240-A873-6C4203DAD423}" type="datetime1">
              <a:rPr lang="en-GB" smtClean="0"/>
              <a:t>26/08/2026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Managing and Running Python Effectively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6232" y="327819"/>
            <a:ext cx="558323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62146EC-D096-3118-B564-94943B4AAEC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tx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C8087009-76FB-8577-E442-4BA57C9BC40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3640183430"/>
      </p:ext>
    </p:extLst>
  </p:cSld>
  <p:clrMapOvr>
    <a:masterClrMapping/>
  </p:clrMapOvr>
  <p:transition>
    <p:fade/>
  </p:transition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Content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8CE987-E859-4E8A-A836-1BA2C4CFA032}" type="datetime1">
              <a:rPr lang="en-GB" smtClean="0"/>
              <a:t>26/08/2026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Managing and Running Python Effectively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6232" y="327819"/>
            <a:ext cx="558323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chemeClr val="accent6"/>
              </a:buClr>
              <a:defRPr sz="1800"/>
            </a:lvl3pPr>
            <a:lvl4pPr>
              <a:buClr>
                <a:schemeClr val="accent6"/>
              </a:buClr>
              <a:defRPr sz="1800"/>
            </a:lvl4pPr>
            <a:lvl5pPr>
              <a:buClr>
                <a:schemeClr val="accent6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62146EC-D096-3118-B564-94943B4AAEC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tx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C8087009-76FB-8577-E442-4BA57C9BC40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2974509294"/>
      </p:ext>
    </p:extLst>
  </p:cSld>
  <p:clrMapOvr>
    <a:masterClrMapping/>
  </p:clrMapOvr>
  <p:transition>
    <p:fade/>
  </p:transition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3A7F3-6028-4606-8533-AC5952F11625}" type="datetime1">
              <a:rPr lang="en-GB" smtClean="0"/>
              <a:t>26/08/2026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Managing and Running Python Effectively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91761" y="327819"/>
            <a:ext cx="557400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E9D81BEA-7EB3-2BC8-30E0-0E8C91FA236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tx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E09D4F2-8CDC-D853-BB4E-3D1330CD34A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26593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785877609"/>
      </p:ext>
    </p:extLst>
  </p:cSld>
  <p:clrMapOvr>
    <a:masterClrMapping/>
  </p:clrMapOvr>
  <p:transition>
    <p:fade/>
  </p:transition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Tex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E3FF68-F82B-417B-ACC9-A2050BEBACED}" type="datetime1">
              <a:rPr lang="en-GB" smtClean="0"/>
              <a:t>26/08/2026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Managing and Running Python Effectively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91761" y="327819"/>
            <a:ext cx="557400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E9D81BEA-7EB3-2BC8-30E0-0E8C91FA236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tx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E09D4F2-8CDC-D853-BB4E-3D1330CD34A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26593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4240842164"/>
      </p:ext>
    </p:extLst>
  </p:cSld>
  <p:clrMapOvr>
    <a:masterClrMapping/>
  </p:clrMapOvr>
  <p:transition>
    <p:fade/>
  </p:transition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Text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760619-BA02-4EED-AD43-EBD4CD5AF3CA}" type="datetime1">
              <a:rPr lang="en-GB" smtClean="0"/>
              <a:t>26/08/2026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Managing and Running Python Effectively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91761" y="327819"/>
            <a:ext cx="557400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6400"/>
              </a:buClr>
              <a:defRPr sz="1800"/>
            </a:lvl3pPr>
            <a:lvl4pPr>
              <a:buClr>
                <a:srgbClr val="006400"/>
              </a:buClr>
              <a:defRPr sz="1800"/>
            </a:lvl4pPr>
            <a:lvl5pPr>
              <a:buClr>
                <a:srgbClr val="006400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E9D81BEA-7EB3-2BC8-30E0-0E8C91FA236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tx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E09D4F2-8CDC-D853-BB4E-3D1330CD34A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26593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3782778189"/>
      </p:ext>
    </p:extLst>
  </p:cSld>
  <p:clrMapOvr>
    <a:masterClrMapping/>
  </p:clrMapOvr>
  <p:transition>
    <p:fade/>
  </p:transition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5956E3-49F4-0F54-ECD1-833CCCC183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90DEC-A2EA-46FF-85E5-B66ECBC25D96}" type="datetime1">
              <a:rPr lang="en-GB" smtClean="0"/>
              <a:t>26/08/2026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47AF09-A289-B391-8698-2A6786771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Managing and Running Python Effectively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D67CF9-6C56-BF00-C251-8AA14203B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754C307-7FD2-615A-261A-9396C9B3C62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26232" y="327819"/>
            <a:ext cx="11541025" cy="5933281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194B053A-20C0-FAD5-8DBE-F33035C94A9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tx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</p:spTree>
    <p:extLst>
      <p:ext uri="{BB962C8B-B14F-4D97-AF65-F5344CB8AC3E}">
        <p14:creationId xmlns:p14="http://schemas.microsoft.com/office/powerpoint/2010/main" val="3306752833"/>
      </p:ext>
    </p:extLst>
  </p:cSld>
  <p:clrMapOvr>
    <a:masterClrMapping/>
  </p:clrMapOvr>
  <p:transition>
    <p:fade/>
  </p:transition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5956E3-49F4-0F54-ECD1-833CCCC183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54488-E073-4628-8790-5E7014105AD0}" type="datetime1">
              <a:rPr lang="en-GB" smtClean="0"/>
              <a:t>26/08/2026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47AF09-A289-B391-8698-2A6786771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Managing and Running Python Effectively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D67CF9-6C56-BF00-C251-8AA14203B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754C307-7FD2-615A-261A-9396C9B3C62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26232" y="327819"/>
            <a:ext cx="11541025" cy="5933281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194B053A-20C0-FAD5-8DBE-F33035C94A9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tx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</p:spTree>
    <p:extLst>
      <p:ext uri="{BB962C8B-B14F-4D97-AF65-F5344CB8AC3E}">
        <p14:creationId xmlns:p14="http://schemas.microsoft.com/office/powerpoint/2010/main" val="3115991555"/>
      </p:ext>
    </p:extLst>
  </p:cSld>
  <p:clrMapOvr>
    <a:masterClrMapping/>
  </p:clrMapOvr>
  <p:transition>
    <p:fade/>
  </p:transition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5956E3-49F4-0F54-ECD1-833CCCC183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BBD372-E042-4E6A-96E2-6865830247CB}" type="datetime1">
              <a:rPr lang="en-GB" smtClean="0"/>
              <a:t>26/08/2026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47AF09-A289-B391-8698-2A6786771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Managing and Running Python Effectively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D67CF9-6C56-BF00-C251-8AA14203B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754C307-7FD2-615A-261A-9396C9B3C62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26232" y="327819"/>
            <a:ext cx="11541025" cy="5933281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194B053A-20C0-FAD5-8DBE-F33035C94A9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tx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</p:spTree>
    <p:extLst>
      <p:ext uri="{BB962C8B-B14F-4D97-AF65-F5344CB8AC3E}">
        <p14:creationId xmlns:p14="http://schemas.microsoft.com/office/powerpoint/2010/main" val="2859685012"/>
      </p:ext>
    </p:extLst>
  </p:cSld>
  <p:clrMapOvr>
    <a:masterClrMapping/>
  </p:clrMapOvr>
  <p:transition>
    <p:fade/>
  </p:transition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Blee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754C307-7FD2-615A-261A-9396C9B3C62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" y="3"/>
            <a:ext cx="12193489" cy="6857999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0433404"/>
      </p:ext>
    </p:extLst>
  </p:cSld>
  <p:clrMapOvr>
    <a:masterClrMapping/>
  </p:clrMapOvr>
  <p:transition>
    <p:fade/>
  </p:transition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Slide Blu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green and black logo&#10;&#10;Description automatically generated">
            <a:extLst>
              <a:ext uri="{FF2B5EF4-FFF2-40B4-BE49-F238E27FC236}">
                <a16:creationId xmlns:a16="http://schemas.microsoft.com/office/drawing/2014/main" id="{98DBF964-2C27-A4D1-7AEE-2AE56263D67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270" y="327819"/>
            <a:ext cx="11536293" cy="2212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0105972"/>
      </p:ext>
    </p:extLst>
  </p:cSld>
  <p:clrMapOvr>
    <a:masterClrMapping/>
  </p:clrMapOvr>
  <p:transition>
    <p:fade/>
  </p:transition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 Blu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31C1E3-6A7C-C21D-910D-C4B7DFFF52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0271" y="3338719"/>
            <a:ext cx="9144000" cy="1828406"/>
          </a:xfrm>
        </p:spPr>
        <p:txBody>
          <a:bodyPr anchor="t"/>
          <a:lstStyle>
            <a:lvl1pPr algn="l">
              <a:defRPr sz="6400">
                <a:solidFill>
                  <a:srgbClr val="98FB98"/>
                </a:solidFill>
              </a:defRPr>
            </a:lvl1pPr>
          </a:lstStyle>
          <a:p>
            <a:r>
              <a:rPr lang="en-GB" dirty="0"/>
              <a:t>Click to edit Master title style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29DDF72-DF0B-FA74-2E07-D490692B3F0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38188" y="327819"/>
            <a:ext cx="3964683" cy="1097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0926829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00F4440-CEDC-0D92-E0D5-5C1E3B59B1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11540763" cy="378044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GB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CA021F-8558-9528-DA3D-486CCDBEB5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6232" y="1394619"/>
            <a:ext cx="11541025" cy="486648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D1A8F0-AC4B-E4A0-94D0-99C4BFD973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641349" y="6393702"/>
            <a:ext cx="1233647" cy="137270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r">
              <a:defRPr sz="850">
                <a:solidFill>
                  <a:srgbClr val="232333"/>
                </a:solidFill>
              </a:defRPr>
            </a:lvl1pPr>
          </a:lstStyle>
          <a:p>
            <a:fld id="{A8EE03A6-590E-402F-8243-84D04E2AE911}" type="datetime1">
              <a:rPr lang="en-GB" smtClean="0"/>
              <a:t>26/08/2026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C0FC7A-298A-77A0-6596-56B0B3FD8C3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65261" y="6393702"/>
            <a:ext cx="3423452" cy="137272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l">
              <a:defRPr sz="850">
                <a:solidFill>
                  <a:srgbClr val="232333"/>
                </a:solidFill>
              </a:defRPr>
            </a:lvl1pPr>
          </a:lstStyle>
          <a:p>
            <a:r>
              <a:rPr lang="en-US"/>
              <a:t>Managing and Running Python Effectively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517C40-7EB7-0CFD-6F6C-54AE57DE17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936755" y="6393702"/>
            <a:ext cx="318491" cy="137272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ctr">
              <a:defRPr sz="850" b="1">
                <a:solidFill>
                  <a:srgbClr val="232333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96CDD9-97E9-735B-8549-0F3AE3CCAC58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rgbClr val="232333"/>
                </a:solidFill>
                <a:latin typeface="+mj-lt"/>
              </a:rPr>
              <a:t>Imperial College London</a:t>
            </a:r>
          </a:p>
        </p:txBody>
      </p:sp>
    </p:spTree>
    <p:extLst>
      <p:ext uri="{BB962C8B-B14F-4D97-AF65-F5344CB8AC3E}">
        <p14:creationId xmlns:p14="http://schemas.microsoft.com/office/powerpoint/2010/main" val="11450821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715" r:id="rId2"/>
    <p:sldLayoutId id="2147483716" r:id="rId3"/>
    <p:sldLayoutId id="2147483717" r:id="rId4"/>
    <p:sldLayoutId id="2147483718" r:id="rId5"/>
    <p:sldLayoutId id="2147483658" r:id="rId6"/>
    <p:sldLayoutId id="2147483681" r:id="rId7"/>
    <p:sldLayoutId id="2147483682" r:id="rId8"/>
    <p:sldLayoutId id="2147483675" r:id="rId9"/>
    <p:sldLayoutId id="2147483650" r:id="rId10"/>
    <p:sldLayoutId id="2147483683" r:id="rId11"/>
    <p:sldLayoutId id="2147483684" r:id="rId12"/>
    <p:sldLayoutId id="2147483652" r:id="rId13"/>
    <p:sldLayoutId id="2147483685" r:id="rId14"/>
    <p:sldLayoutId id="2147483686" r:id="rId15"/>
    <p:sldLayoutId id="2147483659" r:id="rId16"/>
    <p:sldLayoutId id="2147483687" r:id="rId17"/>
    <p:sldLayoutId id="2147483688" r:id="rId18"/>
    <p:sldLayoutId id="2147483660" r:id="rId19"/>
    <p:sldLayoutId id="2147483689" r:id="rId20"/>
    <p:sldLayoutId id="2147483690" r:id="rId21"/>
    <p:sldLayoutId id="2147483677" r:id="rId22"/>
    <p:sldLayoutId id="2147483691" r:id="rId23"/>
    <p:sldLayoutId id="2147483692" r:id="rId24"/>
    <p:sldLayoutId id="2147483676" r:id="rId25"/>
    <p:sldLayoutId id="2147483721" r:id="rId26"/>
    <p:sldLayoutId id="2147483666" r:id="rId27"/>
    <p:sldLayoutId id="2147483719" r:id="rId28"/>
    <p:sldLayoutId id="2147483720" r:id="rId29"/>
    <p:sldLayoutId id="2147483722" r:id="rId30"/>
    <p:sldLayoutId id="2147483723" r:id="rId31"/>
    <p:sldLayoutId id="2147483724" r:id="rId32"/>
    <p:sldLayoutId id="2147483661" r:id="rId33"/>
    <p:sldLayoutId id="2147483695" r:id="rId34"/>
    <p:sldLayoutId id="2147483696" r:id="rId35"/>
    <p:sldLayoutId id="2147483669" r:id="rId36"/>
    <p:sldLayoutId id="2147483697" r:id="rId37"/>
    <p:sldLayoutId id="2147483698" r:id="rId38"/>
    <p:sldLayoutId id="2147483678" r:id="rId39"/>
    <p:sldLayoutId id="2147483699" r:id="rId40"/>
    <p:sldLayoutId id="2147483700" r:id="rId41"/>
    <p:sldLayoutId id="2147483662" r:id="rId42"/>
    <p:sldLayoutId id="2147483701" r:id="rId43"/>
    <p:sldLayoutId id="2147483702" r:id="rId44"/>
    <p:sldLayoutId id="2147483663" r:id="rId45"/>
    <p:sldLayoutId id="2147483703" r:id="rId46"/>
    <p:sldLayoutId id="2147483704" r:id="rId47"/>
    <p:sldLayoutId id="2147483664" r:id="rId48"/>
    <p:sldLayoutId id="2147483705" r:id="rId49"/>
    <p:sldLayoutId id="2147483706" r:id="rId50"/>
    <p:sldLayoutId id="2147483665" r:id="rId51"/>
    <p:sldLayoutId id="2147483670" r:id="rId52"/>
    <p:sldLayoutId id="2147483673" r:id="rId53"/>
  </p:sldLayoutIdLst>
  <p:transition>
    <p:fade/>
  </p:transition>
  <p:hf hdr="0"/>
  <p:txStyles>
    <p:titleStyle>
      <a:lvl1pPr algn="l" defTabSz="685765" rtl="0" eaLnBrk="1" latinLnBrk="0" hangingPunct="1">
        <a:lnSpc>
          <a:spcPct val="90000"/>
        </a:lnSpc>
        <a:spcBef>
          <a:spcPct val="0"/>
        </a:spcBef>
        <a:buNone/>
        <a:defRPr sz="2600" b="1" kern="1200">
          <a:solidFill>
            <a:srgbClr val="006400"/>
          </a:solidFill>
          <a:latin typeface="+mj-lt"/>
          <a:ea typeface="+mj-ea"/>
          <a:cs typeface="+mj-cs"/>
        </a:defRPr>
      </a:lvl1pPr>
    </p:titleStyle>
    <p:bodyStyle>
      <a:lvl1pPr marL="0" indent="0" algn="l" defTabSz="685765" rtl="0" eaLnBrk="1" latinLnBrk="0" hangingPunct="1">
        <a:lnSpc>
          <a:spcPct val="105000"/>
        </a:lnSpc>
        <a:spcBef>
          <a:spcPts val="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685765" rtl="0" eaLnBrk="1" latinLnBrk="0" hangingPunct="1">
        <a:lnSpc>
          <a:spcPct val="105000"/>
        </a:lnSpc>
        <a:spcBef>
          <a:spcPts val="0"/>
        </a:spcBef>
        <a:buFont typeface="Arial" panose="020B0604020202020204" pitchFamily="34" charset="0"/>
        <a:buNone/>
        <a:defRPr sz="2000" b="0" kern="1200">
          <a:solidFill>
            <a:schemeClr val="tx1"/>
          </a:solidFill>
          <a:latin typeface="+mj-lt"/>
          <a:ea typeface="+mn-ea"/>
          <a:cs typeface="+mn-cs"/>
        </a:defRPr>
      </a:lvl2pPr>
      <a:lvl3pPr marL="161991" indent="-161991" algn="l" defTabSz="685765" rtl="0" eaLnBrk="1" latinLnBrk="0" hangingPunct="1">
        <a:lnSpc>
          <a:spcPct val="105000"/>
        </a:lnSpc>
        <a:spcBef>
          <a:spcPts val="0"/>
        </a:spcBef>
        <a:buClr>
          <a:srgbClr val="00FF7F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323984" indent="-161991" algn="l" defTabSz="685765" rtl="0" eaLnBrk="1" latinLnBrk="0" hangingPunct="1">
        <a:lnSpc>
          <a:spcPct val="105000"/>
        </a:lnSpc>
        <a:spcBef>
          <a:spcPts val="0"/>
        </a:spcBef>
        <a:buClr>
          <a:srgbClr val="00FF7F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485975" indent="-161991" algn="l" defTabSz="685765" rtl="0" eaLnBrk="1" latinLnBrk="0" hangingPunct="1">
        <a:lnSpc>
          <a:spcPct val="105000"/>
        </a:lnSpc>
        <a:spcBef>
          <a:spcPts val="0"/>
        </a:spcBef>
        <a:buClr>
          <a:srgbClr val="00FF7F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853" indent="-171441" algn="l" defTabSz="685765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36" indent="-171441" algn="l" defTabSz="685765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18" indent="-171441" algn="l" defTabSz="685765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01" indent="-171441" algn="l" defTabSz="685765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342882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685765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47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30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12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057295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400177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743060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F26B43"/>
          </p15:clr>
        </p15:guide>
        <p15:guide id="2" orient="horz" pos="2160" userDrawn="1">
          <p15:clr>
            <a:srgbClr val="F26B43"/>
          </p15:clr>
        </p15:guide>
        <p15:guide id="3" pos="206" userDrawn="1">
          <p15:clr>
            <a:srgbClr val="F26B43"/>
          </p15:clr>
        </p15:guide>
        <p15:guide id="4" pos="7475" userDrawn="1">
          <p15:clr>
            <a:srgbClr val="F26B43"/>
          </p15:clr>
        </p15:guide>
        <p15:guide id="5" orient="horz" pos="207" userDrawn="1">
          <p15:clr>
            <a:srgbClr val="F26B43"/>
          </p15:clr>
        </p15:guide>
        <p15:guide id="6" orient="horz" pos="4114" userDrawn="1">
          <p15:clr>
            <a:srgbClr val="F26B43"/>
          </p15:clr>
        </p15:guide>
        <p15:guide id="7" orient="horz" pos="3944" userDrawn="1">
          <p15:clr>
            <a:srgbClr val="F26B43"/>
          </p15:clr>
        </p15:guide>
        <p15:guide id="8" orient="horz" pos="879" userDrawn="1">
          <p15:clr>
            <a:srgbClr val="F26B43"/>
          </p15:clr>
        </p15:guide>
        <p15:guide id="9" pos="3723" userDrawn="1">
          <p15:clr>
            <a:srgbClr val="F26B43"/>
          </p15:clr>
        </p15:guide>
        <p15:guide id="10" pos="395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ImperialCollegeLondon/RCDS-managing-and-running-python-effectively" TargetMode="External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ecri.short.gy/feedback-rcds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63C0BA-CA37-DEB8-790F-7E3E6CE2E96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Managing and Running Python Effectively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5563428-ABDB-D4AE-2088-152ADB16C28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Chris Cooling</a:t>
            </a:r>
          </a:p>
          <a:p>
            <a:r>
              <a:rPr lang="en-GB" dirty="0"/>
              <a:t>Senior Teaching Fellow</a:t>
            </a:r>
          </a:p>
          <a:p>
            <a:r>
              <a:rPr lang="en-GB" dirty="0"/>
              <a:t>ECRI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8320225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5D226D-AEEE-9CAD-EC6D-58B1E3EBB2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438" y="251619"/>
            <a:ext cx="11541125" cy="378619"/>
          </a:xfrm>
        </p:spPr>
        <p:txBody>
          <a:bodyPr/>
          <a:lstStyle/>
          <a:p>
            <a:r>
              <a:rPr lang="en-GB" sz="2800" dirty="0"/>
              <a:t>Important Information on Marking your Attendance on Inkpath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59243C-26C4-B42B-1D89-75DB3A5CA9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5437" y="1773239"/>
            <a:ext cx="11541125" cy="3608230"/>
          </a:xfrm>
        </p:spPr>
        <p:txBody>
          <a:bodyPr/>
          <a:lstStyle/>
          <a:p>
            <a:r>
              <a:rPr lang="en-GB" sz="3200" dirty="0"/>
              <a:t>I will show you a QR code at the end of the session allowing you to mark your attendance on Inkpath. Please do not mark your attendance until then.</a:t>
            </a:r>
            <a:br>
              <a:rPr lang="en-GB" sz="3200" dirty="0"/>
            </a:br>
            <a:b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3200" dirty="0">
                <a:effectLst/>
                <a:ea typeface="Times New Roman" panose="02020603050405020304" pitchFamily="18" charset="0"/>
                <a:cs typeface="Calibri" panose="020F0502020204030204" pitchFamily="34" charset="0"/>
              </a:rPr>
              <a:t>If you are a Postgraduate Research student, this is required for receiving your ECRI professional development credit for this course.</a:t>
            </a:r>
            <a:endParaRPr lang="en-GB" sz="3200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F2808B-580A-CD49-CD2A-D7F1741348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641013" y="6393657"/>
            <a:ext cx="1234282" cy="137319"/>
          </a:xfrm>
        </p:spPr>
        <p:txBody>
          <a:bodyPr/>
          <a:lstStyle/>
          <a:p>
            <a:fld id="{03CDD438-17AF-4711-9197-AAD3CB5FF7AD}" type="datetime1">
              <a:rPr lang="en-GB" smtClean="0"/>
              <a:t>26/08/2026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4F2B04-CF1B-39C4-E124-D0EE6DA13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965325" y="6393657"/>
            <a:ext cx="3423444" cy="137319"/>
          </a:xfrm>
        </p:spPr>
        <p:txBody>
          <a:bodyPr/>
          <a:lstStyle/>
          <a:p>
            <a:r>
              <a:rPr lang="en-US"/>
              <a:t>Managing and Running Python Effectively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0CE7C2-9D41-F6F6-A942-18570AA93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936457" y="6393657"/>
            <a:ext cx="319088" cy="137319"/>
          </a:xfrm>
        </p:spPr>
        <p:txBody>
          <a:bodyPr/>
          <a:lstStyle/>
          <a:p>
            <a:fld id="{CBA53E11-492D-48B3-9F9B-09541CA2A39A}" type="slidenum">
              <a:rPr lang="en-GB" smtClean="0"/>
              <a:pPr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918697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5D226D-AEEE-9CAD-EC6D-58B1E3EBB2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438" y="251619"/>
            <a:ext cx="11541125" cy="378619"/>
          </a:xfrm>
        </p:spPr>
        <p:txBody>
          <a:bodyPr/>
          <a:lstStyle/>
          <a:p>
            <a:r>
              <a:rPr lang="en-US" dirty="0"/>
              <a:t>Learning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59243C-26C4-B42B-1D89-75DB3A5CA9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5438" y="1394619"/>
            <a:ext cx="11541125" cy="4866481"/>
          </a:xfrm>
        </p:spPr>
        <p:txBody>
          <a:bodyPr/>
          <a:lstStyle/>
          <a:p>
            <a:pPr marL="571500" lvl="0" indent="-57150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GB" sz="3600" b="1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Describe</a:t>
            </a:r>
            <a:r>
              <a:rPr lang="en-GB" sz="3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the terms “installation”, “environment”, “packages” and “kernel”</a:t>
            </a:r>
          </a:p>
          <a:p>
            <a:pPr marL="571500" lvl="0" indent="-57150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GB" sz="3600" b="1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Manage</a:t>
            </a:r>
            <a:r>
              <a:rPr lang="en-GB" sz="3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Python installations and environments</a:t>
            </a:r>
          </a:p>
          <a:p>
            <a:pPr marL="571500" lvl="0" indent="-57150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GB" sz="3600" b="1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Utilise</a:t>
            </a:r>
            <a:r>
              <a:rPr lang="en-GB" sz="3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Jupyter Notebooks and IDEs to create and run Python code</a:t>
            </a:r>
          </a:p>
          <a:p>
            <a:pPr marL="571500" lvl="0" indent="-57150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GB" sz="3600" b="1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Create</a:t>
            </a:r>
            <a:r>
              <a:rPr lang="en-GB" sz="3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basic Python programs which use command line options</a:t>
            </a:r>
            <a:endParaRPr lang="en-GB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F2808B-580A-CD49-CD2A-D7F1741348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641013" y="6393657"/>
            <a:ext cx="1234282" cy="137319"/>
          </a:xfrm>
        </p:spPr>
        <p:txBody>
          <a:bodyPr/>
          <a:lstStyle/>
          <a:p>
            <a:fld id="{1FC8AFE5-B5B8-44C3-88EE-9DCF7FE84B48}" type="datetime1">
              <a:rPr lang="en-GB" smtClean="0"/>
              <a:t>26/08/2026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4F2B04-CF1B-39C4-E124-D0EE6DA13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965325" y="6393657"/>
            <a:ext cx="3423444" cy="137319"/>
          </a:xfrm>
        </p:spPr>
        <p:txBody>
          <a:bodyPr/>
          <a:lstStyle/>
          <a:p>
            <a:r>
              <a:rPr lang="en-US"/>
              <a:t>Managing and Running Python Effectively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0CE7C2-9D41-F6F6-A942-18570AA93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936457" y="6393657"/>
            <a:ext cx="319088" cy="137319"/>
          </a:xfrm>
        </p:spPr>
        <p:txBody>
          <a:bodyPr/>
          <a:lstStyle/>
          <a:p>
            <a:fld id="{CBA53E11-492D-48B3-9F9B-09541CA2A39A}" type="slidenum">
              <a:rPr lang="en-GB" smtClean="0"/>
              <a:pPr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07505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2DB5FE-849F-D3D1-B054-8039E477F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28BE82-AB71-3AA4-83A3-73C55475FA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438" y="251619"/>
            <a:ext cx="11541125" cy="378619"/>
          </a:xfrm>
        </p:spPr>
        <p:txBody>
          <a:bodyPr/>
          <a:lstStyle/>
          <a:p>
            <a:r>
              <a:rPr lang="en-US" dirty="0"/>
              <a:t>Course Materials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DAFB3C-82F9-406A-130E-08A88D78BE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5438" y="1394619"/>
            <a:ext cx="11541125" cy="4866481"/>
          </a:xfrm>
        </p:spPr>
        <p:txBody>
          <a:bodyPr/>
          <a:lstStyle/>
          <a:p>
            <a:pPr lvl="0">
              <a:lnSpc>
                <a:spcPct val="107000"/>
              </a:lnSpc>
            </a:pPr>
            <a:r>
              <a:rPr lang="en-GB" sz="3600" dirty="0">
                <a:latin typeface="Arial" panose="020B0604020202020204" pitchFamily="34" charset="0"/>
                <a:cs typeface="Arial" panose="020B0604020202020204" pitchFamily="34" charset="0"/>
              </a:rPr>
              <a:t>Course materials can be found online </a:t>
            </a:r>
            <a:r>
              <a:rPr lang="en-GB" sz="3600" dirty="0">
                <a:latin typeface="Arial" panose="020B0604020202020204" pitchFamily="34" charset="0"/>
                <a:cs typeface="Arial" panose="020B0604020202020204" pitchFamily="34" charset="0"/>
                <a:hlinkClick r:id="rId2"/>
              </a:rPr>
              <a:t>here</a:t>
            </a:r>
            <a:r>
              <a:rPr lang="en-GB" sz="3600" dirty="0">
                <a:latin typeface="Arial" panose="020B0604020202020204" pitchFamily="34" charset="0"/>
                <a:cs typeface="Arial" panose="020B0604020202020204" pitchFamily="34" charset="0"/>
              </a:rPr>
              <a:t>. It is advised you follow the instructions to open them in a GitHub </a:t>
            </a:r>
            <a:r>
              <a:rPr lang="en-GB" sz="3600" dirty="0" err="1">
                <a:latin typeface="Arial" panose="020B0604020202020204" pitchFamily="34" charset="0"/>
                <a:cs typeface="Arial" panose="020B0604020202020204" pitchFamily="34" charset="0"/>
              </a:rPr>
              <a:t>Codespace</a:t>
            </a:r>
            <a:r>
              <a:rPr lang="en-GB" sz="36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215015D-8B99-3C7E-EFF0-A41447A139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641013" y="6393657"/>
            <a:ext cx="1234282" cy="137319"/>
          </a:xfrm>
        </p:spPr>
        <p:txBody>
          <a:bodyPr/>
          <a:lstStyle/>
          <a:p>
            <a:fld id="{1FC8AFE5-B5B8-44C3-88EE-9DCF7FE84B48}" type="datetime1">
              <a:rPr lang="en-GB" smtClean="0"/>
              <a:t>26/08/2026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E6E4F1-BAA0-A4CB-BC13-2EADFC1F16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965325" y="6393657"/>
            <a:ext cx="3423444" cy="137319"/>
          </a:xfrm>
        </p:spPr>
        <p:txBody>
          <a:bodyPr/>
          <a:lstStyle/>
          <a:p>
            <a:r>
              <a:rPr lang="en-US"/>
              <a:t>Managing and Running Python Effectively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FC0BFB-E1E5-6028-DA52-D3301F0694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936457" y="6393657"/>
            <a:ext cx="319088" cy="137319"/>
          </a:xfrm>
        </p:spPr>
        <p:txBody>
          <a:bodyPr/>
          <a:lstStyle/>
          <a:p>
            <a:fld id="{CBA53E11-492D-48B3-9F9B-09541CA2A39A}" type="slidenum">
              <a:rPr lang="en-GB" smtClean="0"/>
              <a:pPr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3173284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9A737-0B87-8D06-30BC-159A01E55D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AE690-3DB5-C8AC-A9B4-2E152B27C7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Please take 3 minutes to complete the evaluation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64DF49-9A4D-5154-542F-8028013658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BF9B1A-B6F2-42EB-8E1B-5799D3EC8AC9}" type="datetime1">
              <a:rPr lang="en-GB" smtClean="0"/>
              <a:t>26/08/2026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4B811AD-8D42-0DE4-1E96-E0C6A5A111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Managing and Running Python Effectively</a:t>
            </a:r>
            <a:endParaRPr lang="en-GB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1DDFA7-DE3D-8D77-CFD3-B19A6CF5B9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5</a:t>
            </a:fld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C7DBC8-6B4B-6860-9339-77D08AD9EA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67B57BE-29B8-B7BA-15CB-930F83F6EB26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5768248" y="1509025"/>
            <a:ext cx="5489924" cy="4142267"/>
          </a:xfrm>
        </p:spPr>
        <p:txBody>
          <a:bodyPr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800" dirty="0"/>
              <a:t>Once you’ve completed this course, please provide feedback</a:t>
            </a:r>
          </a:p>
          <a:p>
            <a:pPr marL="457200" lvl="1" indent="-457200">
              <a:buFont typeface="Arial" panose="020B0604020202020204" pitchFamily="34" charset="0"/>
              <a:buChar char="•"/>
            </a:pPr>
            <a:r>
              <a:rPr lang="en-GB" sz="2800" dirty="0"/>
              <a:t>The link </a:t>
            </a:r>
            <a:r>
              <a:rPr lang="en-GB" sz="2800"/>
              <a:t>is </a:t>
            </a:r>
            <a:r>
              <a:rPr lang="en-GB" sz="2800" u="sng">
                <a:solidFill>
                  <a:srgbClr val="0563C1"/>
                </a:solidFill>
                <a:hlinkClick r:id="rId3"/>
              </a:rPr>
              <a:t>https://ecri.short.gy/feedback-rcds</a:t>
            </a:r>
            <a:endParaRPr lang="en-GB" sz="2800" u="sng">
              <a:solidFill>
                <a:srgbClr val="0563C1"/>
              </a:solidFill>
            </a:endParaRPr>
          </a:p>
          <a:p>
            <a:pPr marL="457200" lvl="1" indent="-457200">
              <a:buFont typeface="Arial" panose="020B0604020202020204" pitchFamily="34" charset="0"/>
              <a:buChar char="•"/>
            </a:pPr>
            <a:r>
              <a:rPr lang="en-GB" sz="2800"/>
              <a:t>You </a:t>
            </a:r>
            <a:r>
              <a:rPr lang="en-GB" sz="2800" dirty="0"/>
              <a:t>should also have received an email with this link</a:t>
            </a:r>
          </a:p>
          <a:p>
            <a:pPr marL="457200" lvl="1" indent="-457200">
              <a:buFont typeface="Arial" panose="020B0604020202020204" pitchFamily="34" charset="0"/>
              <a:buChar char="•"/>
            </a:pPr>
            <a:r>
              <a:rPr lang="en-GB" sz="2800" dirty="0"/>
              <a:t>This helps us improve the class for future students</a:t>
            </a:r>
          </a:p>
          <a:p>
            <a:endParaRPr lang="en-US" dirty="0"/>
          </a:p>
        </p:txBody>
      </p:sp>
      <p:pic>
        <p:nvPicPr>
          <p:cNvPr id="10" name="Picture 9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AFE56A18-58B5-6525-CCEB-0BFC88D3422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800" y="889207"/>
            <a:ext cx="5245331" cy="52453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7190070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AC92A0-DAFD-2CE4-F5BD-315A0135CD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7500" y="3338513"/>
            <a:ext cx="9144000" cy="1828800"/>
          </a:xfrm>
        </p:spPr>
        <p:txBody>
          <a:bodyPr/>
          <a:lstStyle/>
          <a:p>
            <a:r>
              <a:rPr lang="en-US" dirty="0">
                <a:solidFill>
                  <a:srgbClr val="98FB98"/>
                </a:solidFill>
              </a:rPr>
              <a:t>Thank you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6972F5-B010-8428-D0AA-F619C83E71DE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330200" y="5878513"/>
            <a:ext cx="5606257" cy="652463"/>
          </a:xfrm>
        </p:spPr>
        <p:txBody>
          <a:bodyPr/>
          <a:lstStyle/>
          <a:p>
            <a:r>
              <a:rPr lang="en-US" dirty="0"/>
              <a:t>Presentation Title</a:t>
            </a:r>
          </a:p>
          <a:p>
            <a:r>
              <a:rPr lang="en-US" dirty="0"/>
              <a:t>DD/MM/YYYY</a:t>
            </a:r>
          </a:p>
        </p:txBody>
      </p:sp>
    </p:spTree>
    <p:extLst>
      <p:ext uri="{BB962C8B-B14F-4D97-AF65-F5344CB8AC3E}">
        <p14:creationId xmlns:p14="http://schemas.microsoft.com/office/powerpoint/2010/main" val="2287451629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ICL PPT Theme">
  <a:themeElements>
    <a:clrScheme name="Imperial colour theme">
      <a:dk1>
        <a:sysClr val="windowText" lastClr="000000"/>
      </a:dk1>
      <a:lt1>
        <a:sysClr val="window" lastClr="FFFFFF"/>
      </a:lt1>
      <a:dk2>
        <a:srgbClr val="000080"/>
      </a:dk2>
      <a:lt2>
        <a:srgbClr val="F5F5F5"/>
      </a:lt2>
      <a:accent1>
        <a:srgbClr val="0000CD"/>
      </a:accent1>
      <a:accent2>
        <a:srgbClr val="C71585"/>
      </a:accent2>
      <a:accent3>
        <a:srgbClr val="7B68EE"/>
      </a:accent3>
      <a:accent4>
        <a:srgbClr val="FF0000"/>
      </a:accent4>
      <a:accent5>
        <a:srgbClr val="FF4500"/>
      </a:accent5>
      <a:accent6>
        <a:srgbClr val="006400"/>
      </a:accent6>
      <a:hlink>
        <a:srgbClr val="000080"/>
      </a:hlink>
      <a:folHlink>
        <a:srgbClr val="C71585"/>
      </a:folHlink>
    </a:clrScheme>
    <a:fontScheme name="Imperial College Standard Font Them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60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noAutofit/>
      </a:bodyPr>
      <a:lstStyle>
        <a:defPPr algn="l">
          <a:lnSpc>
            <a:spcPct val="105000"/>
          </a:lnSpc>
          <a:defRPr sz="1600" dirty="0">
            <a:solidFill>
              <a:schemeClr val="tx1"/>
            </a:solidFill>
          </a:defRPr>
        </a:defPPr>
      </a:lstStyle>
    </a:txDef>
  </a:objectDefaults>
  <a:extraClrSchemeLst/>
  <a:custClrLst>
    <a:custClr name="Dark">
      <a:srgbClr val="232333"/>
    </a:custClr>
    <a:custClr name="Navy">
      <a:srgbClr val="000080"/>
    </a:custClr>
    <a:custClr name="Saddle Brown">
      <a:srgbClr val="8B4513"/>
    </a:custClr>
    <a:custClr name="Teal">
      <a:srgbClr val="008080"/>
    </a:custClr>
    <a:custClr name="Medium Violet Red">
      <a:srgbClr val="C71585"/>
    </a:custClr>
    <a:custClr name="Indigo">
      <a:srgbClr val="4B0082"/>
    </a:custClr>
    <a:custClr name="Crimson">
      <a:srgbClr val="DC143C"/>
    </a:custClr>
    <a:custClr name="Orange Red">
      <a:srgbClr val="FF4500"/>
    </a:custClr>
    <a:custClr name="Dark Green">
      <a:srgbClr val="006400"/>
    </a:custClr>
    <a:custClr>
      <a:srgbClr val="FFFFFF"/>
    </a:custClr>
    <a:custClr name="Slate Grey">
      <a:srgbClr val="708090"/>
    </a:custClr>
    <a:custClr name="Imperial Blue">
      <a:srgbClr val="0000CD"/>
    </a:custClr>
    <a:custClr name="Yellow">
      <a:srgbClr val="FFFF00"/>
    </a:custClr>
    <a:custClr name="Turquoise">
      <a:srgbClr val="40E0D0"/>
    </a:custClr>
    <a:custClr name="Violet">
      <a:srgbClr val="EE82EE"/>
    </a:custClr>
    <a:custClr name="Medium Blue Slate">
      <a:srgbClr val="7B68EE"/>
    </a:custClr>
    <a:custClr name="Red">
      <a:srgbClr val="FF0000"/>
    </a:custClr>
    <a:custClr name="Dark Orange">
      <a:srgbClr val="FF8C00"/>
    </a:custClr>
    <a:custClr name="Spring Green">
      <a:srgbClr val="00FF7F"/>
    </a:custClr>
    <a:custClr>
      <a:srgbClr val="FFFFFF"/>
    </a:custClr>
    <a:custClr name="White Smoke">
      <a:srgbClr val="F5F5F5"/>
    </a:custClr>
    <a:custClr name="Deep Sky Blue">
      <a:srgbClr val="00BFFF"/>
    </a:custClr>
    <a:custClr name="Khaki">
      <a:srgbClr val="F0E68C"/>
    </a:custClr>
    <a:custClr name="Pale Turquoise">
      <a:srgbClr val="AFEEEE"/>
    </a:custClr>
    <a:custClr name="Light Pink">
      <a:srgbClr val="FFB6C1"/>
    </a:custClr>
    <a:custClr name="Lavender">
      <a:srgbClr val="E6E6FA"/>
    </a:custClr>
    <a:custClr name="Salmon">
      <a:srgbClr val="FA8072"/>
    </a:custClr>
    <a:custClr name="Orange">
      <a:srgbClr val="FFA500"/>
    </a:custClr>
    <a:custClr name="Pale Green">
      <a:srgbClr val="98FB98"/>
    </a:custClr>
  </a:custClrLst>
  <a:extLst>
    <a:ext uri="{05A4C25C-085E-4340-85A3-A5531E510DB2}">
      <thm15:themeFamily xmlns:thm15="http://schemas.microsoft.com/office/thememl/2012/main" name="Arial_ICL_PowerPoint 16_9 template.potx" id="{0A6366DA-4143-4819-954D-649CAC6891CC}" vid="{00E466E9-FA83-448D-94BE-48FEA435C0D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Dark">
      <a:srgbClr val="232333"/>
    </a:custClr>
    <a:custClr name="Navy">
      <a:srgbClr val="000080"/>
    </a:custClr>
    <a:custClr name="Saddle Brown">
      <a:srgbClr val="8B4513"/>
    </a:custClr>
    <a:custClr name="Teal">
      <a:srgbClr val="008080"/>
    </a:custClr>
    <a:custClr name="Medium Violet Red">
      <a:srgbClr val="C71585"/>
    </a:custClr>
    <a:custClr name="Indigo">
      <a:srgbClr val="4B0082"/>
    </a:custClr>
    <a:custClr name="Crimson">
      <a:srgbClr val="DC143C"/>
    </a:custClr>
    <a:custClr name="Orange Red">
      <a:srgbClr val="FF4500"/>
    </a:custClr>
    <a:custClr name="Dark Green">
      <a:srgbClr val="006400"/>
    </a:custClr>
    <a:custClr>
      <a:srgbClr val="FFFFFF"/>
    </a:custClr>
    <a:custClr name="Slate Grey">
      <a:srgbClr val="708090"/>
    </a:custClr>
    <a:custClr name="Imperial Blue">
      <a:srgbClr val="0000CD"/>
    </a:custClr>
    <a:custClr name="Yellow">
      <a:srgbClr val="FFFF00"/>
    </a:custClr>
    <a:custClr name="Turquoise">
      <a:srgbClr val="40E0D0"/>
    </a:custClr>
    <a:custClr name="Violet">
      <a:srgbClr val="EE82EE"/>
    </a:custClr>
    <a:custClr name="Medium Blue Slate">
      <a:srgbClr val="7B68EE"/>
    </a:custClr>
    <a:custClr name="Red">
      <a:srgbClr val="FF0000"/>
    </a:custClr>
    <a:custClr name="Dark Orange">
      <a:srgbClr val="FF8C00"/>
    </a:custClr>
    <a:custClr name="Spring Green">
      <a:srgbClr val="00FF7F"/>
    </a:custClr>
    <a:custClr>
      <a:srgbClr val="FFFFFF"/>
    </a:custClr>
    <a:custClr name="White Smoke">
      <a:srgbClr val="F5F5F5"/>
    </a:custClr>
    <a:custClr name="Deep Sky Blue">
      <a:srgbClr val="00BFFF"/>
    </a:custClr>
    <a:custClr name="Khaki">
      <a:srgbClr val="F0E68C"/>
    </a:custClr>
    <a:custClr name="Pale Turquoise">
      <a:srgbClr val="AFEEEE"/>
    </a:custClr>
    <a:custClr name="Light Pink">
      <a:srgbClr val="FFB6C1"/>
    </a:custClr>
    <a:custClr name="Lavender">
      <a:srgbClr val="E6E6FA"/>
    </a:custClr>
    <a:custClr name="Salmon">
      <a:srgbClr val="FA8072"/>
    </a:custClr>
    <a:custClr name="Orange">
      <a:srgbClr val="FFA500"/>
    </a:custClr>
    <a:custClr name="Pale Green">
      <a:srgbClr val="98FB98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ICL PPT Theme</Template>
  <TotalTime>3929</TotalTime>
  <Words>230</Words>
  <Application>Microsoft Office PowerPoint</Application>
  <PresentationFormat>Widescreen</PresentationFormat>
  <Paragraphs>45</Paragraphs>
  <Slides>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Times New Roman</vt:lpstr>
      <vt:lpstr>Calibri</vt:lpstr>
      <vt:lpstr>Arial</vt:lpstr>
      <vt:lpstr>ICL PPT Theme</vt:lpstr>
      <vt:lpstr>Managing and Running Python Effectively</vt:lpstr>
      <vt:lpstr>Important Information on Marking your Attendance on Inkpath</vt:lpstr>
      <vt:lpstr>Learning Outcomes</vt:lpstr>
      <vt:lpstr>Course Materials</vt:lpstr>
      <vt:lpstr>Please take 3 minutes to complete the evaluation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Title goes here xxxxx</dc:title>
  <dc:creator>Carly Murphy-Merrydew</dc:creator>
  <cp:lastModifiedBy>Cooling, Chris</cp:lastModifiedBy>
  <cp:revision>17</cp:revision>
  <dcterms:created xsi:type="dcterms:W3CDTF">2024-09-12T08:44:53Z</dcterms:created>
  <dcterms:modified xsi:type="dcterms:W3CDTF">2026-08-26T15:00:51Z</dcterms:modified>
</cp:coreProperties>
</file>